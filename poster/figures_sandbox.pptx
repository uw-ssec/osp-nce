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7" r:id="rId2"/>
  </p:sldIdLst>
  <p:sldSz cx="32918400" cy="21945600"/>
  <p:notesSz cx="9144000" cy="6858000"/>
  <p:embeddedFontLst>
    <p:embeddedFont>
      <p:font typeface="Encode Sans Normal Black" panose="02000000000000000000" pitchFamily="2" charset="77"/>
      <p:bold r:id="rId4"/>
    </p:embeddedFont>
    <p:embeddedFont>
      <p:font typeface="Open Sans" pitchFamily="2" charset="0"/>
      <p:regular r:id="rId5"/>
      <p:bold r:id="rId6"/>
      <p:italic r:id="rId7"/>
      <p:boldItalic r:id="rId8"/>
    </p:embeddedFont>
    <p:embeddedFont>
      <p:font typeface="Uni Sans Book" panose="00000500000000000000"/>
      <p:regular r:id="rId9"/>
    </p:embeddedFont>
    <p:embeddedFont>
      <p:font typeface="Uni Sans Regular"/>
      <p:regular r:id="rId10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4" orient="horz" pos="19872" userDrawn="1">
          <p15:clr>
            <a:srgbClr val="A4A3A4"/>
          </p15:clr>
        </p15:guide>
        <p15:guide id="5" pos="6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E83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715"/>
  </p:normalViewPr>
  <p:slideViewPr>
    <p:cSldViewPr snapToGrid="0" snapToObjects="1" showGuides="1">
      <p:cViewPr>
        <p:scale>
          <a:sx n="38" d="100"/>
          <a:sy n="38" d="100"/>
        </p:scale>
        <p:origin x="744" y="592"/>
      </p:cViewPr>
      <p:guideLst>
        <p:guide orient="horz" pos="864"/>
        <p:guide orient="horz" pos="19872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3/5/25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2918400" cy="4828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64900" y="5496272"/>
            <a:ext cx="0" cy="152872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9CE18A-5FD0-8112-17A2-4EA5735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6459200" y="5496272"/>
            <a:ext cx="0" cy="152872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E42AEF-A90F-B6FA-C7F4-149DD55D3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354972" y="5496272"/>
            <a:ext cx="0" cy="152872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5788" y="2136007"/>
            <a:ext cx="3999612" cy="269263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1139538" y="1137945"/>
            <a:ext cx="25493249" cy="1697838"/>
          </a:xfrm>
          <a:prstGeom prst="rect">
            <a:avLst/>
          </a:prstGeom>
        </p:spPr>
        <p:txBody>
          <a:bodyPr lIns="0" rIns="0" anchor="b"/>
          <a:lstStyle>
            <a:lvl1pPr algn="l">
              <a:defRPr sz="11503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39" y="2556138"/>
            <a:ext cx="3877056" cy="95097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42999" y="3991324"/>
            <a:ext cx="25489787" cy="656584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43000" y="5496272"/>
            <a:ext cx="6972300" cy="1836418"/>
          </a:xfrm>
        </p:spPr>
        <p:txBody>
          <a:bodyPr>
            <a:noAutofit/>
          </a:bodyPr>
          <a:lstStyle>
            <a:lvl1pPr marL="0" indent="0">
              <a:buNone/>
              <a:defRPr sz="33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71958" y="7529952"/>
            <a:ext cx="6972296" cy="6326726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9539" y="14818173"/>
            <a:ext cx="6972296" cy="1263161"/>
          </a:xfrm>
          <a:solidFill>
            <a:schemeClr val="tx2"/>
          </a:solidFill>
        </p:spPr>
        <p:txBody>
          <a:bodyPr lIns="548640" rIns="548640" anchor="b" anchorCtr="0">
            <a:normAutofit/>
          </a:bodyPr>
          <a:lstStyle>
            <a:lvl1pPr marL="0" indent="0">
              <a:buNone/>
              <a:defRPr sz="280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154198" y="16081334"/>
            <a:ext cx="6979176" cy="4721266"/>
          </a:xfrm>
          <a:solidFill>
            <a:schemeClr val="tx2"/>
          </a:solidFill>
        </p:spPr>
        <p:txBody>
          <a:bodyPr lIns="548640" tIns="182880" rIns="548640"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52239" y="5389160"/>
            <a:ext cx="6969465" cy="5762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7315423" y="7710320"/>
            <a:ext cx="3782575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032535" y="9778614"/>
            <a:ext cx="6969465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9386774" y="5996039"/>
            <a:ext cx="6615225" cy="376053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7408" y="10816970"/>
            <a:ext cx="6964295" cy="57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2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57409" y="11856980"/>
            <a:ext cx="6944591" cy="771553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057413" y="12639822"/>
            <a:ext cx="6944587" cy="3317268"/>
          </a:xfrm>
        </p:spPr>
        <p:txBody>
          <a:bodyPr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061340" y="16444323"/>
            <a:ext cx="6940660" cy="3590831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721" marR="0" lvl="0" indent="-548721" algn="l" defTabSz="2194889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061344" y="20145417"/>
            <a:ext cx="6960360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944108" y="5312682"/>
            <a:ext cx="6944591" cy="57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2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6949662" y="6318958"/>
            <a:ext cx="6939037" cy="70196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6949667" y="7211270"/>
            <a:ext cx="6939031" cy="3222652"/>
          </a:xfrm>
        </p:spPr>
        <p:txBody>
          <a:bodyPr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937229" y="11048398"/>
            <a:ext cx="6922150" cy="5762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937230" y="14953219"/>
            <a:ext cx="3374836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6937227" y="11632594"/>
            <a:ext cx="3374837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0307953" y="14953219"/>
            <a:ext cx="3580747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20307953" y="11632594"/>
            <a:ext cx="3551426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924617" y="15836932"/>
            <a:ext cx="6964081" cy="57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2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6949666" y="16856228"/>
            <a:ext cx="6939033" cy="87207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949671" y="17854500"/>
            <a:ext cx="6939029" cy="2929053"/>
          </a:xfrm>
        </p:spPr>
        <p:txBody>
          <a:bodyPr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4803100" y="5345448"/>
            <a:ext cx="6972300" cy="5762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23019202" y="7673830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4834525" y="9811057"/>
            <a:ext cx="6911917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25157112" y="5933000"/>
            <a:ext cx="6618288" cy="387805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830810" y="10812253"/>
            <a:ext cx="6911918" cy="57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2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811312" y="11814513"/>
            <a:ext cx="6964087" cy="82531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4811317" y="12783749"/>
            <a:ext cx="6972300" cy="3311922"/>
          </a:xfrm>
        </p:spPr>
        <p:txBody>
          <a:bodyPr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803100" y="16459204"/>
            <a:ext cx="6972299" cy="357595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002"/>
            </a:lvl1pPr>
          </a:lstStyle>
          <a:p>
            <a:pPr marL="548721" marR="0" lvl="0" indent="-548721" algn="l" defTabSz="2194889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4803104" y="20132675"/>
            <a:ext cx="6972296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43000"/>
            <a:ext cx="30632400" cy="636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7540336"/>
            <a:ext cx="30632399" cy="13262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2194889" rtl="0" eaLnBrk="1" latinLnBrk="0" hangingPunct="1">
        <a:lnSpc>
          <a:spcPct val="90000"/>
        </a:lnSpc>
        <a:spcBef>
          <a:spcPct val="0"/>
        </a:spcBef>
        <a:buNone/>
        <a:defRPr sz="11503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721" indent="-548721" algn="l" defTabSz="2194889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1646168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613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3841056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4938501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947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3391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30834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8280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445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889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2335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777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7224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4669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2112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9557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912" userDrawn="1">
          <p15:clr>
            <a:srgbClr val="F26B43"/>
          </p15:clr>
        </p15:guide>
        <p15:guide id="2" pos="720" userDrawn="1">
          <p15:clr>
            <a:srgbClr val="F26B43"/>
          </p15:clr>
        </p15:guide>
        <p15:guide id="3" pos="20016" userDrawn="1">
          <p15:clr>
            <a:srgbClr val="F26B43"/>
          </p15:clr>
        </p15:guide>
        <p15:guide id="4" pos="5112" userDrawn="1">
          <p15:clr>
            <a:srgbClr val="F26B43"/>
          </p15:clr>
        </p15:guide>
        <p15:guide id="5" pos="15624" userDrawn="1">
          <p15:clr>
            <a:srgbClr val="F26B43"/>
          </p15:clr>
        </p15:guide>
        <p15:guide id="6" pos="5688" userDrawn="1">
          <p15:clr>
            <a:srgbClr val="F26B43"/>
          </p15:clr>
        </p15:guide>
        <p15:guide id="7" pos="15048" userDrawn="1">
          <p15:clr>
            <a:srgbClr val="F26B43"/>
          </p15:clr>
        </p15:guide>
        <p15:guide id="8" pos="10080" userDrawn="1">
          <p15:clr>
            <a:srgbClr val="F26B43"/>
          </p15:clr>
        </p15:guide>
        <p15:guide id="9" pos="10656" userDrawn="1">
          <p15:clr>
            <a:srgbClr val="F26B43"/>
          </p15:clr>
        </p15:guide>
        <p15:guide id="10" pos="10368" userDrawn="1">
          <p15:clr>
            <a:srgbClr val="F26B43"/>
          </p15:clr>
        </p15:guide>
        <p15:guide id="11" orient="horz" pos="13104" userDrawn="1">
          <p15:clr>
            <a:srgbClr val="F26B43"/>
          </p15:clr>
        </p15:guide>
        <p15:guide id="12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6A1EB-8EEC-4E5D-E85F-AFCAAF47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Title 1067">
            <a:extLst>
              <a:ext uri="{FF2B5EF4-FFF2-40B4-BE49-F238E27FC236}">
                <a16:creationId xmlns:a16="http://schemas.microsoft.com/office/drawing/2014/main" id="{9F84048E-646A-6FF9-8669-EC03AE53C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70" name="Text Placeholder 1069">
            <a:extLst>
              <a:ext uri="{FF2B5EF4-FFF2-40B4-BE49-F238E27FC236}">
                <a16:creationId xmlns:a16="http://schemas.microsoft.com/office/drawing/2014/main" id="{A9D083FF-DC06-09C3-62F9-F2A3A2DED5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95F0B8-DD90-A149-788C-D532900111D8}"/>
              </a:ext>
            </a:extLst>
          </p:cNvPr>
          <p:cNvSpPr/>
          <p:nvPr/>
        </p:nvSpPr>
        <p:spPr>
          <a:xfrm>
            <a:off x="3759200" y="6604000"/>
            <a:ext cx="25095200" cy="12937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can use this file to work on figures before they’re ready to go into the main poster</a:t>
            </a:r>
          </a:p>
        </p:txBody>
      </p:sp>
    </p:spTree>
    <p:extLst>
      <p:ext uri="{BB962C8B-B14F-4D97-AF65-F5344CB8AC3E}">
        <p14:creationId xmlns:p14="http://schemas.microsoft.com/office/powerpoint/2010/main" val="302450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14068</TotalTime>
  <Words>18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Encode Sans Normal Black</vt:lpstr>
      <vt:lpstr>Uni Sans Regular</vt:lpstr>
      <vt:lpstr>Open Sans</vt:lpstr>
      <vt:lpstr>Arial</vt:lpstr>
      <vt:lpstr>Uni Sans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Daniel Vogler</cp:lastModifiedBy>
  <cp:revision>33</cp:revision>
  <dcterms:created xsi:type="dcterms:W3CDTF">2018-02-07T04:27:03Z</dcterms:created>
  <dcterms:modified xsi:type="dcterms:W3CDTF">2025-03-09T22:31:55Z</dcterms:modified>
</cp:coreProperties>
</file>