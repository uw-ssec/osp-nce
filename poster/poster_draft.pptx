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handoutMasterIdLst>
    <p:handoutMasterId r:id="rId3"/>
  </p:handoutMasterIdLst>
  <p:sldIdLst>
    <p:sldId id="256" r:id="rId2"/>
  </p:sldIdLst>
  <p:sldSz cx="32918400" cy="21945600"/>
  <p:notesSz cx="9144000" cy="6858000"/>
  <p:embeddedFontLst>
    <p:embeddedFont>
      <p:font typeface="Encode Sans Normal Black" panose="02000000000000000000" pitchFamily="2" charset="77"/>
      <p:bold r:id="rId4"/>
    </p:embeddedFont>
    <p:embeddedFont>
      <p:font typeface="Open Sans" pitchFamily="2" charset="0"/>
      <p:regular r:id="rId5"/>
      <p:bold r:id="rId6"/>
      <p:italic r:id="rId7"/>
      <p:boldItalic r:id="rId8"/>
    </p:embeddedFont>
    <p:embeddedFont>
      <p:font typeface="Uni Sans Book" panose="00000500000000000000"/>
      <p:regular r:id="rId9"/>
    </p:embeddedFont>
    <p:embeddedFont>
      <p:font typeface="Uni Sans Regular"/>
      <p:regular r:id="rId10"/>
    </p:embeddedFont>
  </p:embeddedFontLst>
  <p:defaultTextStyle>
    <a:defPPr>
      <a:defRPr lang="en-US"/>
    </a:defPPr>
    <a:lvl1pPr marL="0" algn="l" defTabSz="2633472" rtl="0" eaLnBrk="1" latinLnBrk="0" hangingPunct="1">
      <a:defRPr sz="5184" kern="1200">
        <a:solidFill>
          <a:schemeClr val="tx1"/>
        </a:solidFill>
        <a:latin typeface="+mn-lt"/>
        <a:ea typeface="+mn-ea"/>
        <a:cs typeface="+mn-cs"/>
      </a:defRPr>
    </a:lvl1pPr>
    <a:lvl2pPr marL="1316736" algn="l" defTabSz="2633472" rtl="0" eaLnBrk="1" latinLnBrk="0" hangingPunct="1">
      <a:defRPr sz="5184" kern="1200">
        <a:solidFill>
          <a:schemeClr val="tx1"/>
        </a:solidFill>
        <a:latin typeface="+mn-lt"/>
        <a:ea typeface="+mn-ea"/>
        <a:cs typeface="+mn-cs"/>
      </a:defRPr>
    </a:lvl2pPr>
    <a:lvl3pPr marL="2633472" algn="l" defTabSz="2633472" rtl="0" eaLnBrk="1" latinLnBrk="0" hangingPunct="1">
      <a:defRPr sz="5184" kern="1200">
        <a:solidFill>
          <a:schemeClr val="tx1"/>
        </a:solidFill>
        <a:latin typeface="+mn-lt"/>
        <a:ea typeface="+mn-ea"/>
        <a:cs typeface="+mn-cs"/>
      </a:defRPr>
    </a:lvl3pPr>
    <a:lvl4pPr marL="3950208" algn="l" defTabSz="2633472" rtl="0" eaLnBrk="1" latinLnBrk="0" hangingPunct="1">
      <a:defRPr sz="5184" kern="1200">
        <a:solidFill>
          <a:schemeClr val="tx1"/>
        </a:solidFill>
        <a:latin typeface="+mn-lt"/>
        <a:ea typeface="+mn-ea"/>
        <a:cs typeface="+mn-cs"/>
      </a:defRPr>
    </a:lvl4pPr>
    <a:lvl5pPr marL="5266944" algn="l" defTabSz="2633472" rtl="0" eaLnBrk="1" latinLnBrk="0" hangingPunct="1">
      <a:defRPr sz="5184" kern="1200">
        <a:solidFill>
          <a:schemeClr val="tx1"/>
        </a:solidFill>
        <a:latin typeface="+mn-lt"/>
        <a:ea typeface="+mn-ea"/>
        <a:cs typeface="+mn-cs"/>
      </a:defRPr>
    </a:lvl5pPr>
    <a:lvl6pPr marL="6583680" algn="l" defTabSz="2633472" rtl="0" eaLnBrk="1" latinLnBrk="0" hangingPunct="1">
      <a:defRPr sz="5184" kern="1200">
        <a:solidFill>
          <a:schemeClr val="tx1"/>
        </a:solidFill>
        <a:latin typeface="+mn-lt"/>
        <a:ea typeface="+mn-ea"/>
        <a:cs typeface="+mn-cs"/>
      </a:defRPr>
    </a:lvl6pPr>
    <a:lvl7pPr marL="7900416" algn="l" defTabSz="2633472" rtl="0" eaLnBrk="1" latinLnBrk="0" hangingPunct="1">
      <a:defRPr sz="5184" kern="1200">
        <a:solidFill>
          <a:schemeClr val="tx1"/>
        </a:solidFill>
        <a:latin typeface="+mn-lt"/>
        <a:ea typeface="+mn-ea"/>
        <a:cs typeface="+mn-cs"/>
      </a:defRPr>
    </a:lvl7pPr>
    <a:lvl8pPr marL="9217152" algn="l" defTabSz="2633472" rtl="0" eaLnBrk="1" latinLnBrk="0" hangingPunct="1">
      <a:defRPr sz="5184" kern="1200">
        <a:solidFill>
          <a:schemeClr val="tx1"/>
        </a:solidFill>
        <a:latin typeface="+mn-lt"/>
        <a:ea typeface="+mn-ea"/>
        <a:cs typeface="+mn-cs"/>
      </a:defRPr>
    </a:lvl8pPr>
    <a:lvl9pPr marL="10533888" algn="l" defTabSz="2633472" rtl="0" eaLnBrk="1" latinLnBrk="0" hangingPunct="1">
      <a:defRPr sz="51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 userDrawn="1">
          <p15:clr>
            <a:srgbClr val="A4A3A4"/>
          </p15:clr>
        </p15:guide>
        <p15:guide id="4" orient="horz" pos="19872" userDrawn="1">
          <p15:clr>
            <a:srgbClr val="A4A3A4"/>
          </p15:clr>
        </p15:guide>
        <p15:guide id="5" pos="69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2E83"/>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94715"/>
  </p:normalViewPr>
  <p:slideViewPr>
    <p:cSldViewPr snapToGrid="0" snapToObjects="1" showGuides="1">
      <p:cViewPr>
        <p:scale>
          <a:sx n="38" d="100"/>
          <a:sy n="38" d="100"/>
        </p:scale>
        <p:origin x="744" y="592"/>
      </p:cViewPr>
      <p:guideLst>
        <p:guide orient="horz" pos="864"/>
        <p:guide orient="horz" pos="19872"/>
        <p:guide pos="6912"/>
      </p:guideLst>
    </p:cSldViewPr>
  </p:slideViewPr>
  <p:notesTextViewPr>
    <p:cViewPr>
      <p:scale>
        <a:sx n="1" d="1"/>
        <a:sy n="1" d="1"/>
      </p:scale>
      <p:origin x="0" y="0"/>
    </p:cViewPr>
  </p:notesTextViewPr>
  <p:notesViewPr>
    <p:cSldViewPr snapToGrid="0" snapToObjects="1" showGuides="1">
      <p:cViewPr varScale="1">
        <p:scale>
          <a:sx n="84" d="100"/>
          <a:sy n="84" d="100"/>
        </p:scale>
        <p:origin x="29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061D43-69EA-485A-B31D-06F488B00034}"/>
              </a:ext>
            </a:extLst>
          </p:cNvPr>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022262A-DD58-D216-4E05-6B7D2CEE2303}"/>
              </a:ext>
            </a:extLst>
          </p:cNvPr>
          <p:cNvSpPr>
            <a:spLocks noGrp="1"/>
          </p:cNvSpPr>
          <p:nvPr>
            <p:ph type="dt" sz="quarter" idx="1"/>
          </p:nvPr>
        </p:nvSpPr>
        <p:spPr>
          <a:xfrm>
            <a:off x="3884613" y="2"/>
            <a:ext cx="2971800" cy="458788"/>
          </a:xfrm>
          <a:prstGeom prst="rect">
            <a:avLst/>
          </a:prstGeom>
        </p:spPr>
        <p:txBody>
          <a:bodyPr vert="horz" lIns="91440" tIns="45720" rIns="91440" bIns="45720" rtlCol="0"/>
          <a:lstStyle>
            <a:lvl1pPr algn="r">
              <a:defRPr sz="1200"/>
            </a:lvl1pPr>
          </a:lstStyle>
          <a:p>
            <a:fld id="{62C526E5-6ED1-40E7-8DB0-EC2A4532908B}" type="datetimeFigureOut">
              <a:rPr lang="en-US" smtClean="0"/>
              <a:t>3/5/25</a:t>
            </a:fld>
            <a:endParaRPr lang="en-US"/>
          </a:p>
        </p:txBody>
      </p:sp>
      <p:sp>
        <p:nvSpPr>
          <p:cNvPr id="4" name="Footer Placeholder 3">
            <a:extLst>
              <a:ext uri="{FF2B5EF4-FFF2-40B4-BE49-F238E27FC236}">
                <a16:creationId xmlns:a16="http://schemas.microsoft.com/office/drawing/2014/main" id="{95898623-D829-FCE0-AD10-5B31A656C4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8DA44E-BAC8-4388-FF0D-5D5BE9FE9D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F035F1-8563-4812-8253-F0BF4F751523}" type="slidenum">
              <a:rPr lang="en-US" smtClean="0"/>
              <a:t>‹#›</a:t>
            </a:fld>
            <a:endParaRPr lang="en-US"/>
          </a:p>
        </p:txBody>
      </p:sp>
    </p:spTree>
    <p:extLst>
      <p:ext uri="{BB962C8B-B14F-4D97-AF65-F5344CB8AC3E}">
        <p14:creationId xmlns:p14="http://schemas.microsoft.com/office/powerpoint/2010/main" val="199588326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irst P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2FB64-E6C6-7E42-3192-F4C44286ED6F}"/>
              </a:ext>
              <a:ext uri="{C183D7F6-B498-43B3-948B-1728B52AA6E4}">
                <adec:decorative xmlns:adec="http://schemas.microsoft.com/office/drawing/2017/decorative" val="1"/>
              </a:ext>
            </a:extLst>
          </p:cNvPr>
          <p:cNvSpPr/>
          <p:nvPr userDrawn="1"/>
        </p:nvSpPr>
        <p:spPr>
          <a:xfrm>
            <a:off x="0" y="0"/>
            <a:ext cx="32918400" cy="48286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184"/>
          </a:p>
        </p:txBody>
      </p:sp>
      <p:cxnSp>
        <p:nvCxnSpPr>
          <p:cNvPr id="10" name="Straight Connector 9">
            <a:extLst>
              <a:ext uri="{FF2B5EF4-FFF2-40B4-BE49-F238E27FC236}">
                <a16:creationId xmlns:a16="http://schemas.microsoft.com/office/drawing/2014/main" id="{A2CBE257-521A-26EC-195F-E9AA9E971525}"/>
              </a:ext>
              <a:ext uri="{C183D7F6-B498-43B3-948B-1728B52AA6E4}">
                <adec:decorative xmlns:adec="http://schemas.microsoft.com/office/drawing/2017/decorative" val="1"/>
              </a:ext>
            </a:extLst>
          </p:cNvPr>
          <p:cNvCxnSpPr>
            <a:cxnSpLocks/>
          </p:cNvCxnSpPr>
          <p:nvPr userDrawn="1"/>
        </p:nvCxnSpPr>
        <p:spPr>
          <a:xfrm>
            <a:off x="8564900" y="5496272"/>
            <a:ext cx="0" cy="1528728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69CE18A-5FD0-8112-17A2-4EA573585394}"/>
              </a:ext>
              <a:ext uri="{C183D7F6-B498-43B3-948B-1728B52AA6E4}">
                <adec:decorative xmlns:adec="http://schemas.microsoft.com/office/drawing/2017/decorative" val="1"/>
              </a:ext>
            </a:extLst>
          </p:cNvPr>
          <p:cNvCxnSpPr>
            <a:cxnSpLocks/>
          </p:cNvCxnSpPr>
          <p:nvPr userDrawn="1"/>
        </p:nvCxnSpPr>
        <p:spPr>
          <a:xfrm>
            <a:off x="16459200" y="5496272"/>
            <a:ext cx="0" cy="1528728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BE42AEF-A90F-B6FA-C7F4-149DD55D3465}"/>
              </a:ext>
              <a:ext uri="{C183D7F6-B498-43B3-948B-1728B52AA6E4}">
                <adec:decorative xmlns:adec="http://schemas.microsoft.com/office/drawing/2017/decorative" val="1"/>
              </a:ext>
            </a:extLst>
          </p:cNvPr>
          <p:cNvCxnSpPr>
            <a:cxnSpLocks/>
          </p:cNvCxnSpPr>
          <p:nvPr userDrawn="1"/>
        </p:nvCxnSpPr>
        <p:spPr>
          <a:xfrm>
            <a:off x="24354972" y="5496272"/>
            <a:ext cx="0" cy="1528728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7D3E322-5717-F221-A293-7F2AC838DB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75788" y="2136007"/>
            <a:ext cx="3999612" cy="2692635"/>
          </a:xfrm>
          <a:prstGeom prst="rect">
            <a:avLst/>
          </a:prstGeom>
        </p:spPr>
      </p:pic>
      <p:sp>
        <p:nvSpPr>
          <p:cNvPr id="2" name="Title"/>
          <p:cNvSpPr>
            <a:spLocks noGrp="1"/>
          </p:cNvSpPr>
          <p:nvPr>
            <p:ph type="ctrTitle" hasCustomPrompt="1"/>
          </p:nvPr>
        </p:nvSpPr>
        <p:spPr>
          <a:xfrm>
            <a:off x="1139538" y="1137945"/>
            <a:ext cx="25493249" cy="1697838"/>
          </a:xfrm>
          <a:prstGeom prst="rect">
            <a:avLst/>
          </a:prstGeom>
        </p:spPr>
        <p:txBody>
          <a:bodyPr lIns="0" rIns="0" anchor="b"/>
          <a:lstStyle>
            <a:lvl1pPr algn="l">
              <a:defRPr sz="11503">
                <a:solidFill>
                  <a:schemeClr val="bg2"/>
                </a:solidFill>
              </a:defRPr>
            </a:lvl1pPr>
          </a:lstStyle>
          <a:p>
            <a:r>
              <a:rPr lang="en-US" dirty="0"/>
              <a:t>HEADER</a:t>
            </a:r>
          </a:p>
        </p:txBody>
      </p:sp>
      <p:pic>
        <p:nvPicPr>
          <p:cNvPr id="9" name="Picture 8">
            <a:extLst>
              <a:ext uri="{FF2B5EF4-FFF2-40B4-BE49-F238E27FC236}">
                <a16:creationId xmlns:a16="http://schemas.microsoft.com/office/drawing/2014/main" id="{CF72B54C-8107-8BC2-0756-50E483CE204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9539" y="2556138"/>
            <a:ext cx="3877056" cy="950976"/>
          </a:xfrm>
          <a:prstGeom prst="rect">
            <a:avLst/>
          </a:prstGeom>
        </p:spPr>
      </p:pic>
      <p:sp>
        <p:nvSpPr>
          <p:cNvPr id="6" name="Text Placeholder 5">
            <a:extLst>
              <a:ext uri="{FF2B5EF4-FFF2-40B4-BE49-F238E27FC236}">
                <a16:creationId xmlns:a16="http://schemas.microsoft.com/office/drawing/2014/main" id="{D01EE617-D376-BF7B-7ECC-3D715A8C22EC}"/>
              </a:ext>
            </a:extLst>
          </p:cNvPr>
          <p:cNvSpPr>
            <a:spLocks noGrp="1"/>
          </p:cNvSpPr>
          <p:nvPr>
            <p:ph type="body" sz="quarter" idx="47" hasCustomPrompt="1"/>
          </p:nvPr>
        </p:nvSpPr>
        <p:spPr>
          <a:xfrm>
            <a:off x="1142999" y="3991324"/>
            <a:ext cx="25489787" cy="656584"/>
          </a:xfrm>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First Name Last Name, First Name Last Name, First Name Last Name, First Name Last Name</a:t>
            </a:r>
          </a:p>
        </p:txBody>
      </p:sp>
      <p:sp>
        <p:nvSpPr>
          <p:cNvPr id="4" name="Text Placeholder 3">
            <a:extLst>
              <a:ext uri="{FF2B5EF4-FFF2-40B4-BE49-F238E27FC236}">
                <a16:creationId xmlns:a16="http://schemas.microsoft.com/office/drawing/2014/main" id="{6439FC49-2EC2-3957-B5AE-5755106E19B6}"/>
              </a:ext>
            </a:extLst>
          </p:cNvPr>
          <p:cNvSpPr>
            <a:spLocks noGrp="1"/>
          </p:cNvSpPr>
          <p:nvPr>
            <p:ph type="body" sz="quarter" idx="45" hasCustomPrompt="1"/>
          </p:nvPr>
        </p:nvSpPr>
        <p:spPr>
          <a:xfrm>
            <a:off x="1143000" y="5496272"/>
            <a:ext cx="6972300" cy="1836418"/>
          </a:xfrm>
        </p:spPr>
        <p:txBody>
          <a:bodyPr>
            <a:noAutofit/>
          </a:bodyPr>
          <a:lstStyle>
            <a:lvl1pPr marL="0" indent="0">
              <a:buNone/>
              <a:defRPr sz="3300">
                <a:solidFill>
                  <a:schemeClr val="tx2"/>
                </a:solidFill>
                <a:latin typeface="Uni Sans Book" panose="00000500000000000000" pitchFamily="50" charset="0"/>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SUBHEAD INTRO SIT AMET, CONSECTETUR ADIPISCING. DUIS VEL MASSA EU IPSUM TINCIDUNT CONGUE SIT AMET AC ORCI.</a:t>
            </a:r>
          </a:p>
        </p:txBody>
      </p:sp>
      <p:sp>
        <p:nvSpPr>
          <p:cNvPr id="5" name="Text Placeholder 3">
            <a:extLst>
              <a:ext uri="{FF2B5EF4-FFF2-40B4-BE49-F238E27FC236}">
                <a16:creationId xmlns:a16="http://schemas.microsoft.com/office/drawing/2014/main" id="{08B5BE3E-B19A-5213-5202-23C4E727AED9}"/>
              </a:ext>
            </a:extLst>
          </p:cNvPr>
          <p:cNvSpPr>
            <a:spLocks noGrp="1"/>
          </p:cNvSpPr>
          <p:nvPr>
            <p:ph type="body" sz="quarter" idx="46" hasCustomPrompt="1"/>
          </p:nvPr>
        </p:nvSpPr>
        <p:spPr>
          <a:xfrm>
            <a:off x="1171958" y="7529952"/>
            <a:ext cx="6972296" cy="6326726"/>
          </a:xfrm>
        </p:spPr>
        <p:txBody>
          <a:bodyPr>
            <a:noAutofit/>
          </a:bodyPr>
          <a:lstStyle>
            <a:lvl1pPr marL="0" indent="0">
              <a:buNone/>
              <a:defRPr sz="3000">
                <a:solidFill>
                  <a:schemeClr val="tx1"/>
                </a:solidFill>
                <a:latin typeface="+mn-lt"/>
              </a:defRPr>
            </a:lvl1pPr>
            <a:lvl2pPr>
              <a:defRPr sz="3300">
                <a:solidFill>
                  <a:schemeClr val="tx2"/>
                </a:solidFill>
                <a:latin typeface="Uni Sans Regular" panose="00000500000000000000" pitchFamily="50" charset="0"/>
              </a:defRPr>
            </a:lvl2pPr>
            <a:lvl3pPr>
              <a:defRPr sz="3300">
                <a:solidFill>
                  <a:schemeClr val="tx2"/>
                </a:solidFill>
                <a:latin typeface="Uni Sans Regular" panose="00000500000000000000" pitchFamily="50" charset="0"/>
              </a:defRPr>
            </a:lvl3pPr>
            <a:lvl4pPr>
              <a:defRPr sz="3300">
                <a:solidFill>
                  <a:schemeClr val="tx2"/>
                </a:solidFill>
                <a:latin typeface="Uni Sans Regular" panose="00000500000000000000" pitchFamily="50" charset="0"/>
              </a:defRPr>
            </a:lvl4pPr>
            <a:lvl5pPr>
              <a:defRPr sz="3300">
                <a:solidFill>
                  <a:schemeClr val="tx2"/>
                </a:solidFill>
                <a:latin typeface="Uni Sans Regular" panose="00000500000000000000" pitchFamily="50"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r>
              <a:rPr lang="en-US" dirty="0"/>
              <a:t> </a:t>
            </a:r>
            <a:r>
              <a:rPr lang="en-US" dirty="0" err="1"/>
              <a:t>egestas</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r>
              <a:rPr lang="en-US" dirty="0"/>
              <a:t> </a:t>
            </a:r>
            <a:r>
              <a:rPr lang="en-US" dirty="0" err="1"/>
              <a:t>arcu</a:t>
            </a:r>
            <a:r>
              <a:rPr lang="en-US" dirty="0"/>
              <a:t> nisi. Duis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a:t>
            </a:r>
            <a:r>
              <a:rPr lang="en-US" dirty="0" err="1"/>
              <a:t>Nulla</a:t>
            </a:r>
            <a:r>
              <a:rPr lang="en-US" dirty="0"/>
              <a:t> </a:t>
            </a:r>
            <a:r>
              <a:rPr lang="en-US" dirty="0" err="1"/>
              <a:t>risus</a:t>
            </a:r>
            <a:r>
              <a:rPr lang="en-US" dirty="0"/>
              <a:t> </a:t>
            </a:r>
            <a:r>
              <a:rPr lang="en-US" dirty="0" err="1"/>
              <a:t>elit</a:t>
            </a:r>
            <a:r>
              <a:rPr lang="en-US" dirty="0"/>
              <a:t>, </a:t>
            </a:r>
            <a:r>
              <a:rPr lang="en-US" dirty="0" err="1"/>
              <a:t>ullamcorper</a:t>
            </a:r>
            <a:r>
              <a:rPr lang="en-US" dirty="0"/>
              <a:t> sit </a:t>
            </a:r>
            <a:r>
              <a:rPr lang="en-US" dirty="0" err="1"/>
              <a:t>amet</a:t>
            </a:r>
            <a:r>
              <a:rPr lang="en-US" dirty="0"/>
              <a:t> </a:t>
            </a:r>
            <a:r>
              <a:rPr lang="en-US" dirty="0" err="1"/>
              <a:t>arcu</a:t>
            </a:r>
            <a:r>
              <a:rPr lang="en-US" dirty="0"/>
              <a:t> vel, </a:t>
            </a:r>
            <a:r>
              <a:rPr lang="en-US" dirty="0" err="1"/>
              <a:t>tristique</a:t>
            </a:r>
            <a:r>
              <a:rPr lang="en-US" dirty="0"/>
              <a:t> </a:t>
            </a:r>
            <a:r>
              <a:rPr lang="en-US" dirty="0" err="1"/>
              <a:t>suscipit</a:t>
            </a:r>
            <a:r>
              <a:rPr lang="en-US" dirty="0"/>
              <a:t> </a:t>
            </a:r>
            <a:r>
              <a:rPr lang="en-US" dirty="0" err="1"/>
              <a:t>urna</a:t>
            </a:r>
            <a:r>
              <a:rPr lang="en-US" dirty="0"/>
              <a:t>. </a:t>
            </a:r>
            <a:r>
              <a:rPr lang="en-US" dirty="0" err="1"/>
              <a:t>Mauris</a:t>
            </a:r>
            <a:r>
              <a:rPr lang="en-US" dirty="0"/>
              <a:t> sit </a:t>
            </a:r>
            <a:r>
              <a:rPr lang="en-US" dirty="0" err="1"/>
              <a:t>amet</a:t>
            </a:r>
            <a:r>
              <a:rPr lang="en-US" dirty="0"/>
              <a:t> </a:t>
            </a:r>
            <a:r>
              <a:rPr lang="en-US" dirty="0" err="1"/>
              <a:t>arcu</a:t>
            </a:r>
            <a:r>
              <a:rPr lang="en-US" dirty="0"/>
              <a:t> nisi.</a:t>
            </a:r>
          </a:p>
        </p:txBody>
      </p:sp>
      <p:sp>
        <p:nvSpPr>
          <p:cNvPr id="17" name="Text Placeholder 16">
            <a:extLst>
              <a:ext uri="{FF2B5EF4-FFF2-40B4-BE49-F238E27FC236}">
                <a16:creationId xmlns:a16="http://schemas.microsoft.com/office/drawing/2014/main" id="{D9835EF0-C064-2458-379F-841F884932A4}"/>
              </a:ext>
            </a:extLst>
          </p:cNvPr>
          <p:cNvSpPr>
            <a:spLocks noGrp="1"/>
          </p:cNvSpPr>
          <p:nvPr>
            <p:ph type="body" sz="quarter" idx="55" hasCustomPrompt="1"/>
          </p:nvPr>
        </p:nvSpPr>
        <p:spPr>
          <a:xfrm>
            <a:off x="1139539" y="14818173"/>
            <a:ext cx="6972296" cy="1263161"/>
          </a:xfrm>
          <a:solidFill>
            <a:schemeClr val="tx2"/>
          </a:solidFill>
        </p:spPr>
        <p:txBody>
          <a:bodyPr lIns="548640" rIns="548640" anchor="b" anchorCtr="0">
            <a:normAutofit/>
          </a:bodyPr>
          <a:lstStyle>
            <a:lvl1pPr marL="0" indent="0">
              <a:buNone/>
              <a:defRPr sz="2801">
                <a:solidFill>
                  <a:schemeClr val="bg1"/>
                </a:solidFill>
                <a:latin typeface="+mj-lt"/>
              </a:defRPr>
            </a:lvl1pPr>
          </a:lstStyle>
          <a:p>
            <a:pPr lvl="0"/>
            <a:r>
              <a:rPr lang="en-US" dirty="0"/>
              <a:t>BOX HEADER FOR YOUR QUICK FACTS</a:t>
            </a:r>
          </a:p>
        </p:txBody>
      </p:sp>
      <p:sp>
        <p:nvSpPr>
          <p:cNvPr id="24" name="Text Placeholder 23">
            <a:extLst>
              <a:ext uri="{FF2B5EF4-FFF2-40B4-BE49-F238E27FC236}">
                <a16:creationId xmlns:a16="http://schemas.microsoft.com/office/drawing/2014/main" id="{EA563F7C-80F5-7A45-8244-E505A80C617D}"/>
              </a:ext>
            </a:extLst>
          </p:cNvPr>
          <p:cNvSpPr>
            <a:spLocks noGrp="1"/>
          </p:cNvSpPr>
          <p:nvPr>
            <p:ph type="body" sz="quarter" idx="56" hasCustomPrompt="1"/>
          </p:nvPr>
        </p:nvSpPr>
        <p:spPr>
          <a:xfrm>
            <a:off x="1154198" y="16081334"/>
            <a:ext cx="6979176" cy="4721266"/>
          </a:xfrm>
          <a:solidFill>
            <a:schemeClr val="tx2"/>
          </a:solidFill>
        </p:spPr>
        <p:txBody>
          <a:bodyPr lIns="548640" tIns="182880" rIns="548640">
            <a:normAutofit/>
          </a:bodyPr>
          <a:lstStyle>
            <a:lvl1pPr>
              <a:defRPr sz="18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 </a:t>
            </a:r>
            <a:r>
              <a:rPr lang="en-US" dirty="0" err="1"/>
              <a:t>vulputate</a:t>
            </a:r>
            <a:r>
              <a:rPr lang="en-US" dirty="0"/>
              <a:t> </a:t>
            </a:r>
            <a:r>
              <a:rPr lang="en-US" dirty="0" err="1"/>
              <a:t>condimentum</a:t>
            </a:r>
            <a:endParaRPr lang="en-US" dirty="0"/>
          </a:p>
        </p:txBody>
      </p:sp>
      <p:sp>
        <p:nvSpPr>
          <p:cNvPr id="39" name="Text Placeholder 38">
            <a:extLst>
              <a:ext uri="{FF2B5EF4-FFF2-40B4-BE49-F238E27FC236}">
                <a16:creationId xmlns:a16="http://schemas.microsoft.com/office/drawing/2014/main" id="{9E3CC80B-14B9-7CF6-BDCF-FCBE7E5D16FC}"/>
              </a:ext>
            </a:extLst>
          </p:cNvPr>
          <p:cNvSpPr>
            <a:spLocks noGrp="1"/>
          </p:cNvSpPr>
          <p:nvPr>
            <p:ph type="body" sz="quarter" idx="57" hasCustomPrompt="1"/>
          </p:nvPr>
        </p:nvSpPr>
        <p:spPr>
          <a:xfrm>
            <a:off x="9052239" y="5389160"/>
            <a:ext cx="6969465" cy="576263"/>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56" name="Text Placeholder 54">
            <a:extLst>
              <a:ext uri="{FF2B5EF4-FFF2-40B4-BE49-F238E27FC236}">
                <a16:creationId xmlns:a16="http://schemas.microsoft.com/office/drawing/2014/main" id="{88898CA4-E658-78A5-E4A9-012B86A5304B}"/>
              </a:ext>
            </a:extLst>
          </p:cNvPr>
          <p:cNvSpPr>
            <a:spLocks noGrp="1"/>
          </p:cNvSpPr>
          <p:nvPr>
            <p:ph type="body" sz="quarter" idx="62" hasCustomPrompt="1"/>
          </p:nvPr>
        </p:nvSpPr>
        <p:spPr>
          <a:xfrm rot="16200000">
            <a:off x="7315423" y="7710320"/>
            <a:ext cx="3782575"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5" name="Text Placeholder 54">
            <a:extLst>
              <a:ext uri="{FF2B5EF4-FFF2-40B4-BE49-F238E27FC236}">
                <a16:creationId xmlns:a16="http://schemas.microsoft.com/office/drawing/2014/main" id="{EE0B498D-6AE9-24F6-A58D-BF9BD536CA03}"/>
              </a:ext>
            </a:extLst>
          </p:cNvPr>
          <p:cNvSpPr>
            <a:spLocks noGrp="1"/>
          </p:cNvSpPr>
          <p:nvPr>
            <p:ph type="body" sz="quarter" idx="61" hasCustomPrompt="1"/>
          </p:nvPr>
        </p:nvSpPr>
        <p:spPr>
          <a:xfrm>
            <a:off x="9032535" y="9778614"/>
            <a:ext cx="6969465"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7" name="Chart Placeholder 56">
            <a:extLst>
              <a:ext uri="{FF2B5EF4-FFF2-40B4-BE49-F238E27FC236}">
                <a16:creationId xmlns:a16="http://schemas.microsoft.com/office/drawing/2014/main" id="{FB87409A-A659-182A-B653-40FE12B63C82}"/>
              </a:ext>
            </a:extLst>
          </p:cNvPr>
          <p:cNvSpPr>
            <a:spLocks noGrp="1"/>
          </p:cNvSpPr>
          <p:nvPr>
            <p:ph type="chart" sz="quarter" idx="41"/>
          </p:nvPr>
        </p:nvSpPr>
        <p:spPr>
          <a:xfrm>
            <a:off x="9386774" y="5996039"/>
            <a:ext cx="6615225" cy="3760530"/>
          </a:xfrm>
          <a:prstGeom prst="rect">
            <a:avLst/>
          </a:prstGeom>
          <a:solidFill>
            <a:schemeClr val="accent3">
              <a:lumMod val="95000"/>
            </a:schemeClr>
          </a:solidFill>
        </p:spPr>
        <p:txBody>
          <a:bodyPr/>
          <a:lstStyle>
            <a:lvl1pPr>
              <a:defRPr sz="4800"/>
            </a:lvl1pPr>
          </a:lstStyle>
          <a:p>
            <a:endParaRPr lang="en-US" dirty="0"/>
          </a:p>
        </p:txBody>
      </p:sp>
      <p:sp>
        <p:nvSpPr>
          <p:cNvPr id="26" name="Text Placeholder 25">
            <a:extLst>
              <a:ext uri="{FF2B5EF4-FFF2-40B4-BE49-F238E27FC236}">
                <a16:creationId xmlns:a16="http://schemas.microsoft.com/office/drawing/2014/main" id="{48B1FE93-715E-430A-7072-93B3CE554C35}"/>
              </a:ext>
            </a:extLst>
          </p:cNvPr>
          <p:cNvSpPr>
            <a:spLocks noGrp="1"/>
          </p:cNvSpPr>
          <p:nvPr>
            <p:ph type="body" sz="quarter" idx="15" hasCustomPrompt="1"/>
          </p:nvPr>
        </p:nvSpPr>
        <p:spPr>
          <a:xfrm>
            <a:off x="9057408" y="10816970"/>
            <a:ext cx="6964295" cy="577850"/>
          </a:xfrm>
          <a:prstGeom prst="rect">
            <a:avLst/>
          </a:prstGeom>
        </p:spPr>
        <p:txBody>
          <a:bodyPr/>
          <a:lstStyle>
            <a:lvl1pPr marL="0" indent="0">
              <a:buNone/>
              <a:defRPr sz="4002">
                <a:solidFill>
                  <a:schemeClr val="tx2"/>
                </a:solidFill>
                <a:latin typeface="+mj-lt"/>
              </a:defRPr>
            </a:lvl1pPr>
            <a:lvl2pPr marL="1097445" indent="0">
              <a:buNone/>
              <a:defRPr sz="4002">
                <a:solidFill>
                  <a:schemeClr val="tx2"/>
                </a:solidFill>
                <a:latin typeface="+mj-lt"/>
              </a:defRPr>
            </a:lvl2pPr>
            <a:lvl3pPr marL="2194889" indent="0">
              <a:buNone/>
              <a:defRPr sz="4002">
                <a:solidFill>
                  <a:schemeClr val="tx2"/>
                </a:solidFill>
                <a:latin typeface="+mj-lt"/>
              </a:defRPr>
            </a:lvl3pPr>
            <a:lvl4pPr marL="3292335" indent="0">
              <a:buNone/>
              <a:defRPr sz="4002">
                <a:solidFill>
                  <a:schemeClr val="tx2"/>
                </a:solidFill>
                <a:latin typeface="+mj-lt"/>
              </a:defRPr>
            </a:lvl4pPr>
            <a:lvl5pPr marL="4389777" indent="0">
              <a:buNone/>
              <a:defRPr sz="4002">
                <a:solidFill>
                  <a:schemeClr val="tx2"/>
                </a:solidFill>
                <a:latin typeface="+mj-lt"/>
              </a:defRPr>
            </a:lvl5pPr>
          </a:lstStyle>
          <a:p>
            <a:pPr lvl="0"/>
            <a:r>
              <a:rPr lang="en-US" dirty="0"/>
              <a:t>SECTION HEADER</a:t>
            </a:r>
          </a:p>
        </p:txBody>
      </p:sp>
      <p:sp>
        <p:nvSpPr>
          <p:cNvPr id="18" name="Text Placeholder 17">
            <a:extLst>
              <a:ext uri="{FF2B5EF4-FFF2-40B4-BE49-F238E27FC236}">
                <a16:creationId xmlns:a16="http://schemas.microsoft.com/office/drawing/2014/main" id="{6758B34E-538D-6627-60B1-CC449705A6B9}"/>
              </a:ext>
            </a:extLst>
          </p:cNvPr>
          <p:cNvSpPr>
            <a:spLocks noGrp="1"/>
          </p:cNvSpPr>
          <p:nvPr>
            <p:ph type="body" sz="quarter" idx="49" hasCustomPrompt="1"/>
          </p:nvPr>
        </p:nvSpPr>
        <p:spPr>
          <a:xfrm>
            <a:off x="9057409" y="11856980"/>
            <a:ext cx="6944591" cy="77155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1" name="Text Placeholder 17">
            <a:extLst>
              <a:ext uri="{FF2B5EF4-FFF2-40B4-BE49-F238E27FC236}">
                <a16:creationId xmlns:a16="http://schemas.microsoft.com/office/drawing/2014/main" id="{31D9CBC8-2414-D7F4-31D8-8114113A0DCF}"/>
              </a:ext>
            </a:extLst>
          </p:cNvPr>
          <p:cNvSpPr>
            <a:spLocks noGrp="1"/>
          </p:cNvSpPr>
          <p:nvPr>
            <p:ph type="body" sz="quarter" idx="50" hasCustomPrompt="1"/>
          </p:nvPr>
        </p:nvSpPr>
        <p:spPr>
          <a:xfrm>
            <a:off x="9057413" y="12639822"/>
            <a:ext cx="6944587" cy="3317268"/>
          </a:xfrm>
        </p:spPr>
        <p:txBody>
          <a:bodyPr>
            <a:noAutofit/>
          </a:bodyPr>
          <a:lstStyle>
            <a:lvl1pPr marL="285794" indent="-285794">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37" name="Picture Placeholder 18">
            <a:extLst>
              <a:ext uri="{FF2B5EF4-FFF2-40B4-BE49-F238E27FC236}">
                <a16:creationId xmlns:a16="http://schemas.microsoft.com/office/drawing/2014/main" id="{A9ED605D-014B-6361-4B25-AF591EE487BD}"/>
              </a:ext>
            </a:extLst>
          </p:cNvPr>
          <p:cNvSpPr>
            <a:spLocks noGrp="1"/>
          </p:cNvSpPr>
          <p:nvPr>
            <p:ph type="pic" sz="quarter" idx="26" hasCustomPrompt="1"/>
          </p:nvPr>
        </p:nvSpPr>
        <p:spPr>
          <a:xfrm>
            <a:off x="9061340" y="16444323"/>
            <a:ext cx="6940660" cy="3590831"/>
          </a:xfrm>
          <a:prstGeom prst="rect">
            <a:avLst/>
          </a:prstGeom>
          <a:solidFill>
            <a:schemeClr val="accent3">
              <a:lumMod val="95000"/>
            </a:schemeClr>
          </a:solidFill>
        </p:spPr>
        <p:txBody>
          <a:bodyPr/>
          <a:lstStyle>
            <a:lvl1pPr>
              <a:defRPr sz="3200"/>
            </a:lvl1pPr>
          </a:lstStyle>
          <a:p>
            <a:pPr marL="548721" marR="0" lvl="0" indent="-548721" algn="l" defTabSz="2194889"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50" name="Text Placeholder 15">
            <a:extLst>
              <a:ext uri="{FF2B5EF4-FFF2-40B4-BE49-F238E27FC236}">
                <a16:creationId xmlns:a16="http://schemas.microsoft.com/office/drawing/2014/main" id="{248DD8AC-F30D-FA2A-2670-0A4D4BFA6411}"/>
              </a:ext>
            </a:extLst>
          </p:cNvPr>
          <p:cNvSpPr>
            <a:spLocks noGrp="1"/>
          </p:cNvSpPr>
          <p:nvPr>
            <p:ph type="body" sz="quarter" idx="60" hasCustomPrompt="1"/>
          </p:nvPr>
        </p:nvSpPr>
        <p:spPr>
          <a:xfrm>
            <a:off x="9061344" y="20145417"/>
            <a:ext cx="6960360"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
        <p:nvSpPr>
          <p:cNvPr id="27" name="Text Placeholder 25">
            <a:extLst>
              <a:ext uri="{FF2B5EF4-FFF2-40B4-BE49-F238E27FC236}">
                <a16:creationId xmlns:a16="http://schemas.microsoft.com/office/drawing/2014/main" id="{6B866D6D-0E0B-BC55-3CAA-89FFFA558E1A}"/>
              </a:ext>
            </a:extLst>
          </p:cNvPr>
          <p:cNvSpPr>
            <a:spLocks noGrp="1"/>
          </p:cNvSpPr>
          <p:nvPr>
            <p:ph type="body" sz="quarter" idx="16" hasCustomPrompt="1"/>
          </p:nvPr>
        </p:nvSpPr>
        <p:spPr>
          <a:xfrm>
            <a:off x="16944108" y="5312682"/>
            <a:ext cx="6944591" cy="577850"/>
          </a:xfrm>
          <a:prstGeom prst="rect">
            <a:avLst/>
          </a:prstGeom>
        </p:spPr>
        <p:txBody>
          <a:bodyPr/>
          <a:lstStyle>
            <a:lvl1pPr marL="0" indent="0">
              <a:buNone/>
              <a:defRPr sz="4002">
                <a:solidFill>
                  <a:schemeClr val="tx2"/>
                </a:solidFill>
                <a:latin typeface="+mj-lt"/>
              </a:defRPr>
            </a:lvl1pPr>
            <a:lvl2pPr marL="1097445" indent="0">
              <a:buNone/>
              <a:defRPr sz="4002">
                <a:solidFill>
                  <a:schemeClr val="tx2"/>
                </a:solidFill>
                <a:latin typeface="+mj-lt"/>
              </a:defRPr>
            </a:lvl2pPr>
            <a:lvl3pPr marL="2194889" indent="0">
              <a:buNone/>
              <a:defRPr sz="4002">
                <a:solidFill>
                  <a:schemeClr val="tx2"/>
                </a:solidFill>
                <a:latin typeface="+mj-lt"/>
              </a:defRPr>
            </a:lvl3pPr>
            <a:lvl4pPr marL="3292335" indent="0">
              <a:buNone/>
              <a:defRPr sz="4002">
                <a:solidFill>
                  <a:schemeClr val="tx2"/>
                </a:solidFill>
                <a:latin typeface="+mj-lt"/>
              </a:defRPr>
            </a:lvl4pPr>
            <a:lvl5pPr marL="4389777" indent="0">
              <a:buNone/>
              <a:defRPr sz="4002">
                <a:solidFill>
                  <a:schemeClr val="tx2"/>
                </a:solidFill>
                <a:latin typeface="+mj-lt"/>
              </a:defRPr>
            </a:lvl5pPr>
          </a:lstStyle>
          <a:p>
            <a:pPr lvl="0"/>
            <a:r>
              <a:rPr lang="en-US" dirty="0"/>
              <a:t>SECTION HEADER</a:t>
            </a:r>
          </a:p>
        </p:txBody>
      </p:sp>
      <p:sp>
        <p:nvSpPr>
          <p:cNvPr id="22" name="Text Placeholder 17">
            <a:extLst>
              <a:ext uri="{FF2B5EF4-FFF2-40B4-BE49-F238E27FC236}">
                <a16:creationId xmlns:a16="http://schemas.microsoft.com/office/drawing/2014/main" id="{792949F3-A85B-9075-3379-5507A48829D2}"/>
              </a:ext>
            </a:extLst>
          </p:cNvPr>
          <p:cNvSpPr>
            <a:spLocks noGrp="1"/>
          </p:cNvSpPr>
          <p:nvPr>
            <p:ph type="body" sz="quarter" idx="51" hasCustomPrompt="1"/>
          </p:nvPr>
        </p:nvSpPr>
        <p:spPr>
          <a:xfrm>
            <a:off x="16949662" y="6318958"/>
            <a:ext cx="6939037" cy="701968"/>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23" name="Text Placeholder 17">
            <a:extLst>
              <a:ext uri="{FF2B5EF4-FFF2-40B4-BE49-F238E27FC236}">
                <a16:creationId xmlns:a16="http://schemas.microsoft.com/office/drawing/2014/main" id="{1F1E2B9C-4C5D-F48A-7C53-C6465EDEE89D}"/>
              </a:ext>
            </a:extLst>
          </p:cNvPr>
          <p:cNvSpPr>
            <a:spLocks noGrp="1"/>
          </p:cNvSpPr>
          <p:nvPr>
            <p:ph type="body" sz="quarter" idx="52" hasCustomPrompt="1"/>
          </p:nvPr>
        </p:nvSpPr>
        <p:spPr>
          <a:xfrm>
            <a:off x="16949667" y="7211270"/>
            <a:ext cx="6939031" cy="3222652"/>
          </a:xfrm>
        </p:spPr>
        <p:txBody>
          <a:bodyPr>
            <a:noAutofit/>
          </a:bodyPr>
          <a:lstStyle>
            <a:lvl1pPr marL="285794" indent="-285794">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1" name="Text Placeholder 38">
            <a:extLst>
              <a:ext uri="{FF2B5EF4-FFF2-40B4-BE49-F238E27FC236}">
                <a16:creationId xmlns:a16="http://schemas.microsoft.com/office/drawing/2014/main" id="{3B4E6C2F-255C-BD4A-9AB9-0BEEAACD3733}"/>
              </a:ext>
            </a:extLst>
          </p:cNvPr>
          <p:cNvSpPr>
            <a:spLocks noGrp="1"/>
          </p:cNvSpPr>
          <p:nvPr>
            <p:ph type="body" sz="quarter" idx="59" hasCustomPrompt="1"/>
          </p:nvPr>
        </p:nvSpPr>
        <p:spPr>
          <a:xfrm>
            <a:off x="16937229" y="11048398"/>
            <a:ext cx="6922150" cy="576263"/>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63" name="Text Placeholder 54">
            <a:extLst>
              <a:ext uri="{FF2B5EF4-FFF2-40B4-BE49-F238E27FC236}">
                <a16:creationId xmlns:a16="http://schemas.microsoft.com/office/drawing/2014/main" id="{E9A8CD13-2EE6-94A8-AD2C-E35E3DEB7230}"/>
              </a:ext>
            </a:extLst>
          </p:cNvPr>
          <p:cNvSpPr>
            <a:spLocks noGrp="1"/>
          </p:cNvSpPr>
          <p:nvPr>
            <p:ph type="body" sz="quarter" idx="65" hasCustomPrompt="1"/>
          </p:nvPr>
        </p:nvSpPr>
        <p:spPr>
          <a:xfrm>
            <a:off x="16937230" y="14953219"/>
            <a:ext cx="3374836"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9" name="Chart Placeholder 56">
            <a:extLst>
              <a:ext uri="{FF2B5EF4-FFF2-40B4-BE49-F238E27FC236}">
                <a16:creationId xmlns:a16="http://schemas.microsoft.com/office/drawing/2014/main" id="{D5B5394A-2F22-FDE5-236E-71E183E88E0D}"/>
              </a:ext>
            </a:extLst>
          </p:cNvPr>
          <p:cNvSpPr>
            <a:spLocks noGrp="1"/>
          </p:cNvSpPr>
          <p:nvPr>
            <p:ph type="chart" sz="quarter" idx="43"/>
          </p:nvPr>
        </p:nvSpPr>
        <p:spPr>
          <a:xfrm>
            <a:off x="16937227" y="11632594"/>
            <a:ext cx="3374837" cy="3311922"/>
          </a:xfrm>
          <a:prstGeom prst="rect">
            <a:avLst/>
          </a:prstGeom>
          <a:solidFill>
            <a:schemeClr val="accent3">
              <a:lumMod val="95000"/>
            </a:schemeClr>
          </a:solidFill>
        </p:spPr>
        <p:txBody>
          <a:bodyPr/>
          <a:lstStyle>
            <a:lvl1pPr>
              <a:defRPr sz="4800"/>
            </a:lvl1pPr>
          </a:lstStyle>
          <a:p>
            <a:endParaRPr lang="en-US" dirty="0"/>
          </a:p>
        </p:txBody>
      </p:sp>
      <p:sp>
        <p:nvSpPr>
          <p:cNvPr id="64" name="Text Placeholder 54">
            <a:extLst>
              <a:ext uri="{FF2B5EF4-FFF2-40B4-BE49-F238E27FC236}">
                <a16:creationId xmlns:a16="http://schemas.microsoft.com/office/drawing/2014/main" id="{9A791779-1151-EF6C-A588-547FB9E5F082}"/>
              </a:ext>
            </a:extLst>
          </p:cNvPr>
          <p:cNvSpPr>
            <a:spLocks noGrp="1"/>
          </p:cNvSpPr>
          <p:nvPr>
            <p:ph type="body" sz="quarter" idx="66" hasCustomPrompt="1"/>
          </p:nvPr>
        </p:nvSpPr>
        <p:spPr>
          <a:xfrm>
            <a:off x="20307953" y="14953219"/>
            <a:ext cx="3580747"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60" name="Chart Placeholder 56">
            <a:extLst>
              <a:ext uri="{FF2B5EF4-FFF2-40B4-BE49-F238E27FC236}">
                <a16:creationId xmlns:a16="http://schemas.microsoft.com/office/drawing/2014/main" id="{7494449F-9756-E9E3-C51C-021C113FAE32}"/>
              </a:ext>
            </a:extLst>
          </p:cNvPr>
          <p:cNvSpPr>
            <a:spLocks noGrp="1"/>
          </p:cNvSpPr>
          <p:nvPr>
            <p:ph type="chart" sz="quarter" idx="44"/>
          </p:nvPr>
        </p:nvSpPr>
        <p:spPr>
          <a:xfrm>
            <a:off x="20307953" y="11632594"/>
            <a:ext cx="3551426" cy="3311922"/>
          </a:xfrm>
          <a:prstGeom prst="rect">
            <a:avLst/>
          </a:prstGeom>
          <a:solidFill>
            <a:schemeClr val="accent3">
              <a:lumMod val="95000"/>
            </a:schemeClr>
          </a:solidFill>
        </p:spPr>
        <p:txBody>
          <a:bodyPr/>
          <a:lstStyle>
            <a:lvl1pPr>
              <a:defRPr sz="4800"/>
            </a:lvl1pPr>
          </a:lstStyle>
          <a:p>
            <a:endParaRPr lang="en-US" dirty="0"/>
          </a:p>
        </p:txBody>
      </p:sp>
      <p:sp>
        <p:nvSpPr>
          <p:cNvPr id="33" name="Text Placeholder 25">
            <a:extLst>
              <a:ext uri="{FF2B5EF4-FFF2-40B4-BE49-F238E27FC236}">
                <a16:creationId xmlns:a16="http://schemas.microsoft.com/office/drawing/2014/main" id="{F1384E64-71EB-804E-B091-737F5DA7AF24}"/>
              </a:ext>
            </a:extLst>
          </p:cNvPr>
          <p:cNvSpPr>
            <a:spLocks noGrp="1"/>
          </p:cNvSpPr>
          <p:nvPr>
            <p:ph type="body" sz="quarter" idx="22" hasCustomPrompt="1"/>
          </p:nvPr>
        </p:nvSpPr>
        <p:spPr>
          <a:xfrm>
            <a:off x="16924617" y="15836932"/>
            <a:ext cx="6964081" cy="577850"/>
          </a:xfrm>
          <a:prstGeom prst="rect">
            <a:avLst/>
          </a:prstGeom>
        </p:spPr>
        <p:txBody>
          <a:bodyPr/>
          <a:lstStyle>
            <a:lvl1pPr marL="0" indent="0">
              <a:buNone/>
              <a:defRPr sz="4002">
                <a:solidFill>
                  <a:schemeClr val="tx2"/>
                </a:solidFill>
                <a:latin typeface="+mj-lt"/>
              </a:defRPr>
            </a:lvl1pPr>
            <a:lvl2pPr marL="1097445" indent="0">
              <a:buNone/>
              <a:defRPr sz="4002">
                <a:solidFill>
                  <a:schemeClr val="tx2"/>
                </a:solidFill>
                <a:latin typeface="+mj-lt"/>
              </a:defRPr>
            </a:lvl2pPr>
            <a:lvl3pPr marL="2194889" indent="0">
              <a:buNone/>
              <a:defRPr sz="4002">
                <a:solidFill>
                  <a:schemeClr val="tx2"/>
                </a:solidFill>
                <a:latin typeface="+mj-lt"/>
              </a:defRPr>
            </a:lvl3pPr>
            <a:lvl4pPr marL="3292335" indent="0">
              <a:buNone/>
              <a:defRPr sz="4002">
                <a:solidFill>
                  <a:schemeClr val="tx2"/>
                </a:solidFill>
                <a:latin typeface="+mj-lt"/>
              </a:defRPr>
            </a:lvl4pPr>
            <a:lvl5pPr marL="4389777" indent="0">
              <a:buNone/>
              <a:defRPr sz="4002">
                <a:solidFill>
                  <a:schemeClr val="tx2"/>
                </a:solidFill>
                <a:latin typeface="+mj-lt"/>
              </a:defRPr>
            </a:lvl5pPr>
          </a:lstStyle>
          <a:p>
            <a:pPr lvl="0"/>
            <a:r>
              <a:rPr lang="en-US" dirty="0"/>
              <a:t>SECTION HEADER</a:t>
            </a:r>
          </a:p>
        </p:txBody>
      </p:sp>
      <p:sp>
        <p:nvSpPr>
          <p:cNvPr id="3" name="Text Placeholder 17">
            <a:extLst>
              <a:ext uri="{FF2B5EF4-FFF2-40B4-BE49-F238E27FC236}">
                <a16:creationId xmlns:a16="http://schemas.microsoft.com/office/drawing/2014/main" id="{945E6360-CBB8-C8AC-DE89-775B41758962}"/>
              </a:ext>
            </a:extLst>
          </p:cNvPr>
          <p:cNvSpPr>
            <a:spLocks noGrp="1"/>
          </p:cNvSpPr>
          <p:nvPr>
            <p:ph type="body" sz="quarter" idx="53" hasCustomPrompt="1"/>
          </p:nvPr>
        </p:nvSpPr>
        <p:spPr>
          <a:xfrm>
            <a:off x="16949666" y="16856228"/>
            <a:ext cx="6939033" cy="872077"/>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4" name="Text Placeholder 17">
            <a:extLst>
              <a:ext uri="{FF2B5EF4-FFF2-40B4-BE49-F238E27FC236}">
                <a16:creationId xmlns:a16="http://schemas.microsoft.com/office/drawing/2014/main" id="{DE10F387-A5AC-E019-556E-3B4FF34DE43B}"/>
              </a:ext>
            </a:extLst>
          </p:cNvPr>
          <p:cNvSpPr>
            <a:spLocks noGrp="1"/>
          </p:cNvSpPr>
          <p:nvPr>
            <p:ph type="body" sz="quarter" idx="54" hasCustomPrompt="1"/>
          </p:nvPr>
        </p:nvSpPr>
        <p:spPr>
          <a:xfrm>
            <a:off x="16949671" y="17854500"/>
            <a:ext cx="6939029" cy="2929053"/>
          </a:xfrm>
        </p:spPr>
        <p:txBody>
          <a:bodyPr>
            <a:noAutofit/>
          </a:bodyPr>
          <a:lstStyle>
            <a:lvl1pPr marL="285794" indent="-285794">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40" name="Text Placeholder 38">
            <a:extLst>
              <a:ext uri="{FF2B5EF4-FFF2-40B4-BE49-F238E27FC236}">
                <a16:creationId xmlns:a16="http://schemas.microsoft.com/office/drawing/2014/main" id="{3780011B-BEBD-6A88-2851-E87C254E14D1}"/>
              </a:ext>
            </a:extLst>
          </p:cNvPr>
          <p:cNvSpPr>
            <a:spLocks noGrp="1"/>
          </p:cNvSpPr>
          <p:nvPr>
            <p:ph type="body" sz="quarter" idx="58" hasCustomPrompt="1"/>
          </p:nvPr>
        </p:nvSpPr>
        <p:spPr>
          <a:xfrm>
            <a:off x="24803100" y="5345448"/>
            <a:ext cx="6972300" cy="576263"/>
          </a:xfrm>
        </p:spPr>
        <p:txBody>
          <a:bodyPr/>
          <a:lstStyle>
            <a:lvl1pPr marL="0" indent="0" algn="ctr">
              <a:buNone/>
              <a:defRPr>
                <a:solidFill>
                  <a:schemeClr val="tx2"/>
                </a:solidFill>
                <a:latin typeface="Uni Sans Book" panose="00000500000000000000" pitchFamily="50" charset="0"/>
              </a:defRPr>
            </a:lvl1pPr>
          </a:lstStyle>
          <a:p>
            <a:pPr lvl="0"/>
            <a:r>
              <a:rPr lang="en-US" dirty="0"/>
              <a:t>CHART TITLE</a:t>
            </a:r>
          </a:p>
        </p:txBody>
      </p:sp>
      <p:sp>
        <p:nvSpPr>
          <p:cNvPr id="62" name="Text Placeholder 54">
            <a:extLst>
              <a:ext uri="{FF2B5EF4-FFF2-40B4-BE49-F238E27FC236}">
                <a16:creationId xmlns:a16="http://schemas.microsoft.com/office/drawing/2014/main" id="{60399315-C974-7843-A546-3BC29EA169F1}"/>
              </a:ext>
            </a:extLst>
          </p:cNvPr>
          <p:cNvSpPr>
            <a:spLocks noGrp="1"/>
          </p:cNvSpPr>
          <p:nvPr>
            <p:ph type="body" sz="quarter" idx="64" hasCustomPrompt="1"/>
          </p:nvPr>
        </p:nvSpPr>
        <p:spPr>
          <a:xfrm rot="16200000">
            <a:off x="23019202" y="7673830"/>
            <a:ext cx="3921809"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61" name="Text Placeholder 54">
            <a:extLst>
              <a:ext uri="{FF2B5EF4-FFF2-40B4-BE49-F238E27FC236}">
                <a16:creationId xmlns:a16="http://schemas.microsoft.com/office/drawing/2014/main" id="{4369CC56-84FF-A9B3-DC20-281116398C87}"/>
              </a:ext>
            </a:extLst>
          </p:cNvPr>
          <p:cNvSpPr>
            <a:spLocks noGrp="1"/>
          </p:cNvSpPr>
          <p:nvPr>
            <p:ph type="body" sz="quarter" idx="63" hasCustomPrompt="1"/>
          </p:nvPr>
        </p:nvSpPr>
        <p:spPr>
          <a:xfrm>
            <a:off x="24834525" y="9811057"/>
            <a:ext cx="6911917" cy="354012"/>
          </a:xfrm>
        </p:spPr>
        <p:txBody>
          <a:bodyPr>
            <a:noAutofit/>
          </a:bodyPr>
          <a:lstStyle>
            <a:lvl1pPr marL="0" indent="0" algn="ctr">
              <a:buNone/>
              <a:defRPr sz="1800">
                <a:solidFill>
                  <a:schemeClr val="tx2"/>
                </a:solidFill>
                <a:latin typeface="Uni Sans Book" panose="00000500000000000000" pitchFamily="50" charset="0"/>
              </a:defRPr>
            </a:lvl1pPr>
          </a:lstStyle>
          <a:p>
            <a:pPr lvl="0"/>
            <a:r>
              <a:rPr lang="en-US" dirty="0"/>
              <a:t>CHART AXIS LABEL</a:t>
            </a:r>
          </a:p>
        </p:txBody>
      </p:sp>
      <p:sp>
        <p:nvSpPr>
          <p:cNvPr id="58" name="Chart Placeholder 56">
            <a:extLst>
              <a:ext uri="{FF2B5EF4-FFF2-40B4-BE49-F238E27FC236}">
                <a16:creationId xmlns:a16="http://schemas.microsoft.com/office/drawing/2014/main" id="{314873A6-E346-BBD8-198B-75CF072C9B2B}"/>
              </a:ext>
            </a:extLst>
          </p:cNvPr>
          <p:cNvSpPr>
            <a:spLocks noGrp="1"/>
          </p:cNvSpPr>
          <p:nvPr>
            <p:ph type="chart" sz="quarter" idx="42"/>
          </p:nvPr>
        </p:nvSpPr>
        <p:spPr>
          <a:xfrm>
            <a:off x="25157112" y="5933000"/>
            <a:ext cx="6618288" cy="3878055"/>
          </a:xfrm>
          <a:prstGeom prst="rect">
            <a:avLst/>
          </a:prstGeom>
          <a:solidFill>
            <a:schemeClr val="accent3">
              <a:lumMod val="95000"/>
            </a:schemeClr>
          </a:solidFill>
        </p:spPr>
        <p:txBody>
          <a:bodyPr/>
          <a:lstStyle>
            <a:lvl1pPr>
              <a:defRPr sz="4800"/>
            </a:lvl1pPr>
          </a:lstStyle>
          <a:p>
            <a:endParaRPr lang="en-US" dirty="0"/>
          </a:p>
        </p:txBody>
      </p:sp>
      <p:sp>
        <p:nvSpPr>
          <p:cNvPr id="36" name="Text Placeholder 25">
            <a:extLst>
              <a:ext uri="{FF2B5EF4-FFF2-40B4-BE49-F238E27FC236}">
                <a16:creationId xmlns:a16="http://schemas.microsoft.com/office/drawing/2014/main" id="{03736E28-27F3-A378-90E6-702C704BB4CA}"/>
              </a:ext>
            </a:extLst>
          </p:cNvPr>
          <p:cNvSpPr>
            <a:spLocks noGrp="1"/>
          </p:cNvSpPr>
          <p:nvPr>
            <p:ph type="body" sz="quarter" idx="25" hasCustomPrompt="1"/>
          </p:nvPr>
        </p:nvSpPr>
        <p:spPr>
          <a:xfrm>
            <a:off x="24830810" y="10812253"/>
            <a:ext cx="6911918" cy="577850"/>
          </a:xfrm>
          <a:prstGeom prst="rect">
            <a:avLst/>
          </a:prstGeom>
        </p:spPr>
        <p:txBody>
          <a:bodyPr/>
          <a:lstStyle>
            <a:lvl1pPr marL="0" indent="0">
              <a:buNone/>
              <a:defRPr sz="4002">
                <a:solidFill>
                  <a:schemeClr val="tx2"/>
                </a:solidFill>
                <a:latin typeface="+mj-lt"/>
              </a:defRPr>
            </a:lvl1pPr>
            <a:lvl2pPr marL="1097445" indent="0">
              <a:buNone/>
              <a:defRPr sz="4002">
                <a:solidFill>
                  <a:schemeClr val="tx2"/>
                </a:solidFill>
                <a:latin typeface="+mj-lt"/>
              </a:defRPr>
            </a:lvl2pPr>
            <a:lvl3pPr marL="2194889" indent="0">
              <a:buNone/>
              <a:defRPr sz="4002">
                <a:solidFill>
                  <a:schemeClr val="tx2"/>
                </a:solidFill>
                <a:latin typeface="+mj-lt"/>
              </a:defRPr>
            </a:lvl3pPr>
            <a:lvl4pPr marL="3292335" indent="0">
              <a:buNone/>
              <a:defRPr sz="4002">
                <a:solidFill>
                  <a:schemeClr val="tx2"/>
                </a:solidFill>
                <a:latin typeface="+mj-lt"/>
              </a:defRPr>
            </a:lvl4pPr>
            <a:lvl5pPr marL="4389777" indent="0">
              <a:buNone/>
              <a:defRPr sz="4002">
                <a:solidFill>
                  <a:schemeClr val="tx2"/>
                </a:solidFill>
                <a:latin typeface="+mj-lt"/>
              </a:defRPr>
            </a:lvl5pPr>
          </a:lstStyle>
          <a:p>
            <a:pPr lvl="0"/>
            <a:r>
              <a:rPr lang="en-US" dirty="0"/>
              <a:t>SECTION HEADER</a:t>
            </a:r>
          </a:p>
        </p:txBody>
      </p:sp>
      <p:sp>
        <p:nvSpPr>
          <p:cNvPr id="65" name="Text Placeholder 17">
            <a:extLst>
              <a:ext uri="{FF2B5EF4-FFF2-40B4-BE49-F238E27FC236}">
                <a16:creationId xmlns:a16="http://schemas.microsoft.com/office/drawing/2014/main" id="{33A5D178-74A1-4DE2-1B8E-215EEED10B34}"/>
              </a:ext>
            </a:extLst>
          </p:cNvPr>
          <p:cNvSpPr>
            <a:spLocks noGrp="1"/>
          </p:cNvSpPr>
          <p:nvPr>
            <p:ph type="body" sz="quarter" idx="67" hasCustomPrompt="1"/>
          </p:nvPr>
        </p:nvSpPr>
        <p:spPr>
          <a:xfrm>
            <a:off x="24811312" y="11814513"/>
            <a:ext cx="6964087" cy="82531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66" name="Text Placeholder 17">
            <a:extLst>
              <a:ext uri="{FF2B5EF4-FFF2-40B4-BE49-F238E27FC236}">
                <a16:creationId xmlns:a16="http://schemas.microsoft.com/office/drawing/2014/main" id="{076EE7ED-70B2-6630-609F-2FE0086FB1F5}"/>
              </a:ext>
            </a:extLst>
          </p:cNvPr>
          <p:cNvSpPr>
            <a:spLocks noGrp="1"/>
          </p:cNvSpPr>
          <p:nvPr>
            <p:ph type="body" sz="quarter" idx="68" hasCustomPrompt="1"/>
          </p:nvPr>
        </p:nvSpPr>
        <p:spPr>
          <a:xfrm>
            <a:off x="24811317" y="12783749"/>
            <a:ext cx="6972300" cy="3311922"/>
          </a:xfrm>
        </p:spPr>
        <p:txBody>
          <a:bodyPr>
            <a:noAutofit/>
          </a:bodyPr>
          <a:lstStyle>
            <a:lvl1pPr marL="285794" indent="-285794">
              <a:buFont typeface="Arial" panose="020B0604020202020204" pitchFamily="34" charset="0"/>
              <a:buChar char="•"/>
              <a:defRPr sz="1800"/>
            </a:lvl1pPr>
            <a:lvl2pP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 </a:t>
            </a:r>
            <a:r>
              <a:rPr lang="en-US" dirty="0" err="1"/>
              <a:t>amet</a:t>
            </a:r>
            <a:r>
              <a:rPr lang="en-US" dirty="0"/>
              <a:t> ac </a:t>
            </a:r>
            <a:r>
              <a:rPr lang="en-US" dirty="0" err="1"/>
              <a:t>orci</a:t>
            </a:r>
            <a:r>
              <a:rPr lang="en-US" dirty="0"/>
              <a:t>. Donec</a:t>
            </a:r>
          </a:p>
        </p:txBody>
      </p:sp>
      <p:sp>
        <p:nvSpPr>
          <p:cNvPr id="19" name="Picture Placeholder 18">
            <a:extLst>
              <a:ext uri="{FF2B5EF4-FFF2-40B4-BE49-F238E27FC236}">
                <a16:creationId xmlns:a16="http://schemas.microsoft.com/office/drawing/2014/main" id="{21081191-5373-5749-7DC4-98783C3690DA}"/>
              </a:ext>
            </a:extLst>
          </p:cNvPr>
          <p:cNvSpPr>
            <a:spLocks noGrp="1"/>
          </p:cNvSpPr>
          <p:nvPr>
            <p:ph type="pic" sz="quarter" idx="13" hasCustomPrompt="1"/>
          </p:nvPr>
        </p:nvSpPr>
        <p:spPr>
          <a:xfrm>
            <a:off x="24803100" y="16459204"/>
            <a:ext cx="6972299" cy="3575950"/>
          </a:xfrm>
          <a:prstGeom prst="rect">
            <a:avLst/>
          </a:prstGeom>
          <a:solidFill>
            <a:schemeClr val="accent3">
              <a:lumMod val="95000"/>
            </a:schemeClr>
          </a:solidFill>
        </p:spPr>
        <p:txBody>
          <a:bodyPr/>
          <a:lstStyle>
            <a:lvl1pPr>
              <a:defRPr sz="4002"/>
            </a:lvl1pPr>
          </a:lstStyle>
          <a:p>
            <a:pPr marL="548721" marR="0" lvl="0" indent="-548721" algn="l" defTabSz="2194889" rtl="0" eaLnBrk="1" fontAlgn="auto" latinLnBrk="0" hangingPunct="1">
              <a:lnSpc>
                <a:spcPct val="90000"/>
              </a:lnSpc>
              <a:spcBef>
                <a:spcPts val="2400"/>
              </a:spcBef>
              <a:spcAft>
                <a:spcPts val="0"/>
              </a:spcAft>
              <a:buClrTx/>
              <a:buSzTx/>
              <a:buFont typeface="Arial" panose="020B0604020202020204" pitchFamily="34" charset="0"/>
              <a:buChar char="•"/>
              <a:tabLst/>
              <a:defRPr/>
            </a:pPr>
            <a:r>
              <a:rPr lang="en-US" dirty="0"/>
              <a:t>Place image here and add alt text under Review &gt; Check Accessibility &gt; Alt Text</a:t>
            </a:r>
          </a:p>
          <a:p>
            <a:endParaRPr lang="en-US" dirty="0"/>
          </a:p>
        </p:txBody>
      </p:sp>
      <p:sp>
        <p:nvSpPr>
          <p:cNvPr id="16" name="Text Placeholder 15">
            <a:extLst>
              <a:ext uri="{FF2B5EF4-FFF2-40B4-BE49-F238E27FC236}">
                <a16:creationId xmlns:a16="http://schemas.microsoft.com/office/drawing/2014/main" id="{78936DFD-DC62-63FC-9D7D-E54AA02C41CF}"/>
              </a:ext>
            </a:extLst>
          </p:cNvPr>
          <p:cNvSpPr>
            <a:spLocks noGrp="1"/>
          </p:cNvSpPr>
          <p:nvPr>
            <p:ph type="body" sz="quarter" idx="48" hasCustomPrompt="1"/>
          </p:nvPr>
        </p:nvSpPr>
        <p:spPr>
          <a:xfrm>
            <a:off x="24803104" y="20132675"/>
            <a:ext cx="6972296" cy="449262"/>
          </a:xfrm>
        </p:spPr>
        <p:txBody>
          <a:bodyPr>
            <a:noAutofit/>
          </a:bodyPr>
          <a:lstStyle>
            <a:lvl1pPr marL="0" indent="0">
              <a:buNone/>
              <a:defRPr sz="1200"/>
            </a:lvl1pPr>
            <a:lvl2pPr>
              <a:defRPr sz="1200"/>
            </a:lvl2pPr>
            <a:lvl3pPr>
              <a:defRPr sz="1200"/>
            </a:lvl3pPr>
            <a:lvl4pPr>
              <a:defRPr sz="1200"/>
            </a:lvl4pPr>
            <a:lvl5pPr>
              <a:defRPr sz="1200"/>
            </a:lvl5pPr>
          </a:lstStyle>
          <a:p>
            <a:pPr lvl="0"/>
            <a:r>
              <a:rPr lang="en-US" dirty="0"/>
              <a:t>Photo caption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vel </a:t>
            </a:r>
            <a:r>
              <a:rPr lang="en-US" dirty="0" err="1"/>
              <a:t>massa</a:t>
            </a:r>
            <a:r>
              <a:rPr lang="en-US" dirty="0"/>
              <a:t> </a:t>
            </a:r>
            <a:r>
              <a:rPr lang="en-US" dirty="0" err="1"/>
              <a:t>eu</a:t>
            </a:r>
            <a:r>
              <a:rPr lang="en-US" dirty="0"/>
              <a:t> ipsum </a:t>
            </a:r>
            <a:r>
              <a:rPr lang="en-US" dirty="0" err="1"/>
              <a:t>tincidunt</a:t>
            </a:r>
            <a:r>
              <a:rPr lang="en-US" dirty="0"/>
              <a:t> </a:t>
            </a:r>
            <a:r>
              <a:rPr lang="en-US" dirty="0" err="1"/>
              <a:t>congue</a:t>
            </a:r>
            <a:r>
              <a:rPr lang="en-US" dirty="0"/>
              <a:t> sit.</a:t>
            </a:r>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984EF-F468-39C7-FF26-3A99E120730D}"/>
              </a:ext>
            </a:extLst>
          </p:cNvPr>
          <p:cNvSpPr>
            <a:spLocks noGrp="1"/>
          </p:cNvSpPr>
          <p:nvPr>
            <p:ph type="title"/>
          </p:nvPr>
        </p:nvSpPr>
        <p:spPr>
          <a:xfrm>
            <a:off x="1143000" y="1143000"/>
            <a:ext cx="30632400" cy="63627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805987-E73C-73D1-D99D-931213988C30}"/>
              </a:ext>
            </a:extLst>
          </p:cNvPr>
          <p:cNvSpPr>
            <a:spLocks noGrp="1"/>
          </p:cNvSpPr>
          <p:nvPr>
            <p:ph type="body" idx="1"/>
          </p:nvPr>
        </p:nvSpPr>
        <p:spPr>
          <a:xfrm>
            <a:off x="1142999" y="7540336"/>
            <a:ext cx="30632399" cy="132622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109359"/>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2194889" rtl="0" eaLnBrk="1" latinLnBrk="0" hangingPunct="1">
        <a:lnSpc>
          <a:spcPct val="90000"/>
        </a:lnSpc>
        <a:spcBef>
          <a:spcPct val="0"/>
        </a:spcBef>
        <a:buNone/>
        <a:defRPr sz="11503" kern="1200">
          <a:solidFill>
            <a:schemeClr val="bg2"/>
          </a:solidFill>
          <a:latin typeface="+mj-lt"/>
          <a:ea typeface="+mj-ea"/>
          <a:cs typeface="+mj-cs"/>
        </a:defRPr>
      </a:lvl1pPr>
    </p:titleStyle>
    <p:bodyStyle>
      <a:lvl1pPr marL="548721" indent="-548721" algn="l" defTabSz="2194889" rtl="0" eaLnBrk="1" latinLnBrk="0" hangingPunct="1">
        <a:lnSpc>
          <a:spcPct val="90000"/>
        </a:lnSpc>
        <a:spcBef>
          <a:spcPts val="2400"/>
        </a:spcBef>
        <a:buFont typeface="Arial" panose="020B0604020202020204" pitchFamily="34" charset="0"/>
        <a:buChar char="•"/>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000" kern="1200">
          <a:solidFill>
            <a:schemeClr val="tx1"/>
          </a:solidFill>
          <a:latin typeface="+mn-lt"/>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889" rtl="0" eaLnBrk="1" latinLnBrk="0" hangingPunct="1">
        <a:defRPr sz="4320" kern="1200">
          <a:solidFill>
            <a:schemeClr val="tx1"/>
          </a:solidFill>
          <a:latin typeface="+mn-lt"/>
          <a:ea typeface="+mn-ea"/>
          <a:cs typeface="+mn-cs"/>
        </a:defRPr>
      </a:lvl1pPr>
      <a:lvl2pPr marL="1097445" algn="l" defTabSz="2194889" rtl="0" eaLnBrk="1" latinLnBrk="0" hangingPunct="1">
        <a:defRPr sz="4320" kern="1200">
          <a:solidFill>
            <a:schemeClr val="tx1"/>
          </a:solidFill>
          <a:latin typeface="+mn-lt"/>
          <a:ea typeface="+mn-ea"/>
          <a:cs typeface="+mn-cs"/>
        </a:defRPr>
      </a:lvl2pPr>
      <a:lvl3pPr marL="2194889" algn="l" defTabSz="2194889" rtl="0" eaLnBrk="1" latinLnBrk="0" hangingPunct="1">
        <a:defRPr sz="4320" kern="1200">
          <a:solidFill>
            <a:schemeClr val="tx1"/>
          </a:solidFill>
          <a:latin typeface="+mn-lt"/>
          <a:ea typeface="+mn-ea"/>
          <a:cs typeface="+mn-cs"/>
        </a:defRPr>
      </a:lvl3pPr>
      <a:lvl4pPr marL="3292335" algn="l" defTabSz="2194889" rtl="0" eaLnBrk="1" latinLnBrk="0" hangingPunct="1">
        <a:defRPr sz="4320" kern="1200">
          <a:solidFill>
            <a:schemeClr val="tx1"/>
          </a:solidFill>
          <a:latin typeface="+mn-lt"/>
          <a:ea typeface="+mn-ea"/>
          <a:cs typeface="+mn-cs"/>
        </a:defRPr>
      </a:lvl4pPr>
      <a:lvl5pPr marL="4389777" algn="l" defTabSz="2194889" rtl="0" eaLnBrk="1" latinLnBrk="0" hangingPunct="1">
        <a:defRPr sz="4320" kern="1200">
          <a:solidFill>
            <a:schemeClr val="tx1"/>
          </a:solidFill>
          <a:latin typeface="+mn-lt"/>
          <a:ea typeface="+mn-ea"/>
          <a:cs typeface="+mn-cs"/>
        </a:defRPr>
      </a:lvl5pPr>
      <a:lvl6pPr marL="5487224" algn="l" defTabSz="2194889" rtl="0" eaLnBrk="1" latinLnBrk="0" hangingPunct="1">
        <a:defRPr sz="4320" kern="1200">
          <a:solidFill>
            <a:schemeClr val="tx1"/>
          </a:solidFill>
          <a:latin typeface="+mn-lt"/>
          <a:ea typeface="+mn-ea"/>
          <a:cs typeface="+mn-cs"/>
        </a:defRPr>
      </a:lvl6pPr>
      <a:lvl7pPr marL="6584669" algn="l" defTabSz="2194889" rtl="0" eaLnBrk="1" latinLnBrk="0" hangingPunct="1">
        <a:defRPr sz="4320" kern="1200">
          <a:solidFill>
            <a:schemeClr val="tx1"/>
          </a:solidFill>
          <a:latin typeface="+mn-lt"/>
          <a:ea typeface="+mn-ea"/>
          <a:cs typeface="+mn-cs"/>
        </a:defRPr>
      </a:lvl7pPr>
      <a:lvl8pPr marL="7682112" algn="l" defTabSz="2194889" rtl="0" eaLnBrk="1" latinLnBrk="0" hangingPunct="1">
        <a:defRPr sz="4320" kern="1200">
          <a:solidFill>
            <a:schemeClr val="tx1"/>
          </a:solidFill>
          <a:latin typeface="+mn-lt"/>
          <a:ea typeface="+mn-ea"/>
          <a:cs typeface="+mn-cs"/>
        </a:defRPr>
      </a:lvl8pPr>
      <a:lvl9pPr marL="8779557" algn="l" defTabSz="2194889" rtl="0" eaLnBrk="1" latinLnBrk="0" hangingPunct="1">
        <a:defRPr sz="43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12" userDrawn="1">
          <p15:clr>
            <a:srgbClr val="F26B43"/>
          </p15:clr>
        </p15:guide>
        <p15:guide id="2" pos="720" userDrawn="1">
          <p15:clr>
            <a:srgbClr val="F26B43"/>
          </p15:clr>
        </p15:guide>
        <p15:guide id="3" pos="20016" userDrawn="1">
          <p15:clr>
            <a:srgbClr val="F26B43"/>
          </p15:clr>
        </p15:guide>
        <p15:guide id="4" pos="5112" userDrawn="1">
          <p15:clr>
            <a:srgbClr val="F26B43"/>
          </p15:clr>
        </p15:guide>
        <p15:guide id="5" pos="15624" userDrawn="1">
          <p15:clr>
            <a:srgbClr val="F26B43"/>
          </p15:clr>
        </p15:guide>
        <p15:guide id="6" pos="5688" userDrawn="1">
          <p15:clr>
            <a:srgbClr val="F26B43"/>
          </p15:clr>
        </p15:guide>
        <p15:guide id="7" pos="15048" userDrawn="1">
          <p15:clr>
            <a:srgbClr val="F26B43"/>
          </p15:clr>
        </p15:guide>
        <p15:guide id="8" pos="10080" userDrawn="1">
          <p15:clr>
            <a:srgbClr val="F26B43"/>
          </p15:clr>
        </p15:guide>
        <p15:guide id="9" pos="10656" userDrawn="1">
          <p15:clr>
            <a:srgbClr val="F26B43"/>
          </p15:clr>
        </p15:guide>
        <p15:guide id="10" pos="10368" userDrawn="1">
          <p15:clr>
            <a:srgbClr val="F26B43"/>
          </p15:clr>
        </p15:guide>
        <p15:guide id="11" orient="horz" pos="13104" userDrawn="1">
          <p15:clr>
            <a:srgbClr val="F26B43"/>
          </p15:clr>
        </p15:guide>
        <p15:guide id="12" orient="horz" pos="72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sv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0.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D56E39A-50E7-05A0-DDE5-9B85A340C379}"/>
              </a:ext>
            </a:extLst>
          </p:cNvPr>
          <p:cNvSpPr/>
          <p:nvPr/>
        </p:nvSpPr>
        <p:spPr>
          <a:xfrm>
            <a:off x="16250990" y="5345448"/>
            <a:ext cx="365760" cy="1617343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ounded Rectangle 1057">
            <a:extLst>
              <a:ext uri="{FF2B5EF4-FFF2-40B4-BE49-F238E27FC236}">
                <a16:creationId xmlns:a16="http://schemas.microsoft.com/office/drawing/2014/main" id="{4430BF26-4EAE-6070-A5F2-E56233D4908B}"/>
              </a:ext>
            </a:extLst>
          </p:cNvPr>
          <p:cNvSpPr/>
          <p:nvPr/>
        </p:nvSpPr>
        <p:spPr>
          <a:xfrm>
            <a:off x="9962958" y="7111033"/>
            <a:ext cx="12022667" cy="3228236"/>
          </a:xfrm>
          <a:prstGeom prst="roundRect">
            <a:avLst/>
          </a:prstGeom>
          <a:solidFill>
            <a:srgbClr val="4B2E83">
              <a:alpha val="1686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ounded Rectangle 1058">
            <a:extLst>
              <a:ext uri="{FF2B5EF4-FFF2-40B4-BE49-F238E27FC236}">
                <a16:creationId xmlns:a16="http://schemas.microsoft.com/office/drawing/2014/main" id="{45D9AAD1-7E08-F378-B2BD-EDD5474345CC}"/>
              </a:ext>
            </a:extLst>
          </p:cNvPr>
          <p:cNvSpPr/>
          <p:nvPr/>
        </p:nvSpPr>
        <p:spPr>
          <a:xfrm>
            <a:off x="9950839" y="10616370"/>
            <a:ext cx="12022667" cy="3228236"/>
          </a:xfrm>
          <a:prstGeom prst="roundRect">
            <a:avLst/>
          </a:prstGeom>
          <a:solidFill>
            <a:srgbClr val="4B2E83">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ounded Rectangle 1059">
            <a:extLst>
              <a:ext uri="{FF2B5EF4-FFF2-40B4-BE49-F238E27FC236}">
                <a16:creationId xmlns:a16="http://schemas.microsoft.com/office/drawing/2014/main" id="{04AC7C89-5B51-7479-9C6B-782434F21B03}"/>
              </a:ext>
            </a:extLst>
          </p:cNvPr>
          <p:cNvSpPr/>
          <p:nvPr/>
        </p:nvSpPr>
        <p:spPr>
          <a:xfrm>
            <a:off x="9962958" y="13988084"/>
            <a:ext cx="12022667" cy="2811298"/>
          </a:xfrm>
          <a:prstGeom prst="roundRect">
            <a:avLst/>
          </a:prstGeom>
          <a:solidFill>
            <a:schemeClr val="tx2">
              <a:lumMod val="20000"/>
              <a:lumOff val="80000"/>
              <a:alpha val="3490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8C2C8-117E-8C9B-F91F-52D8B1C0F8C9}"/>
              </a:ext>
            </a:extLst>
          </p:cNvPr>
          <p:cNvSpPr>
            <a:spLocks noGrp="1"/>
          </p:cNvSpPr>
          <p:nvPr>
            <p:ph type="ctrTitle"/>
          </p:nvPr>
        </p:nvSpPr>
        <p:spPr>
          <a:xfrm>
            <a:off x="1139538" y="1137945"/>
            <a:ext cx="23274942" cy="1697838"/>
          </a:xfrm>
        </p:spPr>
        <p:txBody>
          <a:bodyPr>
            <a:noAutofit/>
          </a:bodyPr>
          <a:lstStyle/>
          <a:p>
            <a:r>
              <a:rPr lang="en-US" sz="8800" dirty="0"/>
              <a:t>UW GRACE: Grant Automation for Compliance Efficiency</a:t>
            </a:r>
          </a:p>
        </p:txBody>
      </p:sp>
      <p:sp>
        <p:nvSpPr>
          <p:cNvPr id="5" name="Text Placeholder 4">
            <a:extLst>
              <a:ext uri="{FF2B5EF4-FFF2-40B4-BE49-F238E27FC236}">
                <a16:creationId xmlns:a16="http://schemas.microsoft.com/office/drawing/2014/main" id="{8FE00AA5-80D0-DB79-59E7-FD660ADC6F8F}"/>
              </a:ext>
            </a:extLst>
          </p:cNvPr>
          <p:cNvSpPr>
            <a:spLocks noGrp="1"/>
          </p:cNvSpPr>
          <p:nvPr>
            <p:ph type="body" sz="quarter" idx="16"/>
          </p:nvPr>
        </p:nvSpPr>
        <p:spPr>
          <a:xfrm>
            <a:off x="9029701" y="5312682"/>
            <a:ext cx="6944591" cy="577850"/>
          </a:xfrm>
        </p:spPr>
        <p:txBody>
          <a:bodyPr>
            <a:normAutofit fontScale="92500" lnSpcReduction="10000"/>
          </a:bodyPr>
          <a:lstStyle/>
          <a:p>
            <a:r>
              <a:rPr lang="en-US" dirty="0"/>
              <a:t>SYSTEM ARCHITECTURE</a:t>
            </a:r>
          </a:p>
        </p:txBody>
      </p:sp>
      <p:sp>
        <p:nvSpPr>
          <p:cNvPr id="7" name="Text Placeholder 6">
            <a:extLst>
              <a:ext uri="{FF2B5EF4-FFF2-40B4-BE49-F238E27FC236}">
                <a16:creationId xmlns:a16="http://schemas.microsoft.com/office/drawing/2014/main" id="{6403DB86-5F2C-A870-A5C8-4F5EE6954301}"/>
              </a:ext>
            </a:extLst>
          </p:cNvPr>
          <p:cNvSpPr>
            <a:spLocks noGrp="1"/>
          </p:cNvSpPr>
          <p:nvPr>
            <p:ph type="body" sz="quarter" idx="25"/>
          </p:nvPr>
        </p:nvSpPr>
        <p:spPr/>
        <p:txBody>
          <a:bodyPr>
            <a:normAutofit fontScale="92500" lnSpcReduction="10000"/>
          </a:bodyPr>
          <a:lstStyle/>
          <a:p>
            <a:endParaRPr lang="en-US"/>
          </a:p>
        </p:txBody>
      </p:sp>
      <p:sp>
        <p:nvSpPr>
          <p:cNvPr id="10" name="Chart Placeholder 9">
            <a:extLst>
              <a:ext uri="{FF2B5EF4-FFF2-40B4-BE49-F238E27FC236}">
                <a16:creationId xmlns:a16="http://schemas.microsoft.com/office/drawing/2014/main" id="{BDB0BEB2-BE42-047D-0DC1-6618C3D62F67}"/>
              </a:ext>
            </a:extLst>
          </p:cNvPr>
          <p:cNvSpPr>
            <a:spLocks noGrp="1"/>
          </p:cNvSpPr>
          <p:nvPr>
            <p:ph type="chart" sz="quarter" idx="42"/>
          </p:nvPr>
        </p:nvSpPr>
        <p:spPr/>
        <p:txBody>
          <a:bodyPr/>
          <a:lstStyle/>
          <a:p>
            <a:endParaRPr lang="en-US"/>
          </a:p>
        </p:txBody>
      </p:sp>
      <p:sp>
        <p:nvSpPr>
          <p:cNvPr id="15" name="Text Placeholder 14">
            <a:extLst>
              <a:ext uri="{FF2B5EF4-FFF2-40B4-BE49-F238E27FC236}">
                <a16:creationId xmlns:a16="http://schemas.microsoft.com/office/drawing/2014/main" id="{58470EBD-9D38-0D01-0EF4-2573AD966654}"/>
              </a:ext>
            </a:extLst>
          </p:cNvPr>
          <p:cNvSpPr>
            <a:spLocks noGrp="1"/>
          </p:cNvSpPr>
          <p:nvPr>
            <p:ph type="body" sz="quarter" idx="47"/>
          </p:nvPr>
        </p:nvSpPr>
        <p:spPr/>
        <p:txBody>
          <a:bodyPr/>
          <a:lstStyle/>
          <a:p>
            <a:r>
              <a:rPr lang="en-US" dirty="0"/>
              <a:t>Sid </a:t>
            </a:r>
            <a:r>
              <a:rPr lang="en-US" dirty="0" err="1"/>
              <a:t>Gurajala</a:t>
            </a:r>
            <a:r>
              <a:rPr lang="en-US" dirty="0"/>
              <a:t>, Edouard </a:t>
            </a:r>
            <a:r>
              <a:rPr lang="en-US" dirty="0" err="1"/>
              <a:t>Seryozhenkov</a:t>
            </a:r>
            <a:r>
              <a:rPr lang="en-US" dirty="0"/>
              <a:t>, Apoorva </a:t>
            </a:r>
            <a:r>
              <a:rPr lang="en-US" dirty="0" err="1"/>
              <a:t>Sheera</a:t>
            </a:r>
            <a:r>
              <a:rPr lang="en-US" dirty="0"/>
              <a:t>, Daniel Vogler</a:t>
            </a:r>
          </a:p>
        </p:txBody>
      </p:sp>
      <p:sp>
        <p:nvSpPr>
          <p:cNvPr id="16" name="Text Placeholder 15">
            <a:extLst>
              <a:ext uri="{FF2B5EF4-FFF2-40B4-BE49-F238E27FC236}">
                <a16:creationId xmlns:a16="http://schemas.microsoft.com/office/drawing/2014/main" id="{205C48EC-D1AB-10C0-53AB-9585AA3E2B54}"/>
              </a:ext>
            </a:extLst>
          </p:cNvPr>
          <p:cNvSpPr>
            <a:spLocks noGrp="1"/>
          </p:cNvSpPr>
          <p:nvPr>
            <p:ph type="body" sz="quarter" idx="48"/>
          </p:nvPr>
        </p:nvSpPr>
        <p:spPr/>
        <p:txBody>
          <a:bodyPr/>
          <a:lstStyle/>
          <a:p>
            <a:endParaRPr lang="en-US"/>
          </a:p>
        </p:txBody>
      </p:sp>
      <p:sp>
        <p:nvSpPr>
          <p:cNvPr id="26" name="Text Placeholder 25">
            <a:extLst>
              <a:ext uri="{FF2B5EF4-FFF2-40B4-BE49-F238E27FC236}">
                <a16:creationId xmlns:a16="http://schemas.microsoft.com/office/drawing/2014/main" id="{7E82F163-572F-C22F-D136-2B4F74812D6A}"/>
              </a:ext>
            </a:extLst>
          </p:cNvPr>
          <p:cNvSpPr>
            <a:spLocks noGrp="1"/>
          </p:cNvSpPr>
          <p:nvPr>
            <p:ph type="body" sz="quarter" idx="58"/>
          </p:nvPr>
        </p:nvSpPr>
        <p:spPr/>
        <p:txBody>
          <a:bodyPr/>
          <a:lstStyle/>
          <a:p>
            <a:endParaRPr lang="en-US"/>
          </a:p>
        </p:txBody>
      </p:sp>
      <p:sp>
        <p:nvSpPr>
          <p:cNvPr id="31" name="Text Placeholder 30">
            <a:extLst>
              <a:ext uri="{FF2B5EF4-FFF2-40B4-BE49-F238E27FC236}">
                <a16:creationId xmlns:a16="http://schemas.microsoft.com/office/drawing/2014/main" id="{63A1BDDD-9C35-E315-4F8B-7DDF84864D41}"/>
              </a:ext>
            </a:extLst>
          </p:cNvPr>
          <p:cNvSpPr>
            <a:spLocks noGrp="1"/>
          </p:cNvSpPr>
          <p:nvPr>
            <p:ph type="body" sz="quarter" idx="63"/>
          </p:nvPr>
        </p:nvSpPr>
        <p:spPr/>
        <p:txBody>
          <a:bodyPr/>
          <a:lstStyle/>
          <a:p>
            <a:endParaRPr lang="en-US"/>
          </a:p>
        </p:txBody>
      </p:sp>
      <p:sp>
        <p:nvSpPr>
          <p:cNvPr id="32" name="Text Placeholder 31">
            <a:extLst>
              <a:ext uri="{FF2B5EF4-FFF2-40B4-BE49-F238E27FC236}">
                <a16:creationId xmlns:a16="http://schemas.microsoft.com/office/drawing/2014/main" id="{0EAC26FD-2E93-CAF2-3574-E5B73FFF8035}"/>
              </a:ext>
            </a:extLst>
          </p:cNvPr>
          <p:cNvSpPr>
            <a:spLocks noGrp="1"/>
          </p:cNvSpPr>
          <p:nvPr>
            <p:ph type="body" sz="quarter" idx="64"/>
          </p:nvPr>
        </p:nvSpPr>
        <p:spPr/>
        <p:txBody>
          <a:bodyPr/>
          <a:lstStyle/>
          <a:p>
            <a:endParaRPr lang="en-US"/>
          </a:p>
        </p:txBody>
      </p:sp>
      <p:sp>
        <p:nvSpPr>
          <p:cNvPr id="35" name="Text Placeholder 34">
            <a:extLst>
              <a:ext uri="{FF2B5EF4-FFF2-40B4-BE49-F238E27FC236}">
                <a16:creationId xmlns:a16="http://schemas.microsoft.com/office/drawing/2014/main" id="{764BFCC1-52BB-3515-DFB5-CC0622898AEB}"/>
              </a:ext>
            </a:extLst>
          </p:cNvPr>
          <p:cNvSpPr>
            <a:spLocks noGrp="1"/>
          </p:cNvSpPr>
          <p:nvPr>
            <p:ph type="body" sz="quarter" idx="67"/>
          </p:nvPr>
        </p:nvSpPr>
        <p:spPr/>
        <p:txBody>
          <a:bodyPr/>
          <a:lstStyle/>
          <a:p>
            <a:endParaRPr lang="en-US"/>
          </a:p>
        </p:txBody>
      </p:sp>
      <p:sp>
        <p:nvSpPr>
          <p:cNvPr id="36" name="Text Placeholder 35">
            <a:extLst>
              <a:ext uri="{FF2B5EF4-FFF2-40B4-BE49-F238E27FC236}">
                <a16:creationId xmlns:a16="http://schemas.microsoft.com/office/drawing/2014/main" id="{5B87CF46-99A1-D3B8-35BE-4A9A5241081E}"/>
              </a:ext>
            </a:extLst>
          </p:cNvPr>
          <p:cNvSpPr>
            <a:spLocks noGrp="1"/>
          </p:cNvSpPr>
          <p:nvPr>
            <p:ph type="body" sz="quarter" idx="68"/>
          </p:nvPr>
        </p:nvSpPr>
        <p:spPr/>
        <p:txBody>
          <a:bodyPr/>
          <a:lstStyle/>
          <a:p>
            <a:endParaRPr lang="en-US"/>
          </a:p>
        </p:txBody>
      </p:sp>
      <p:pic>
        <p:nvPicPr>
          <p:cNvPr id="1030" name="Picture 6">
            <a:extLst>
              <a:ext uri="{FF2B5EF4-FFF2-40B4-BE49-F238E27FC236}">
                <a16:creationId xmlns:a16="http://schemas.microsoft.com/office/drawing/2014/main" id="{ACC51853-8A50-0F9C-0CDF-CDB72BFD4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98" y="19617587"/>
            <a:ext cx="2228144" cy="10696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ython (programming language) - Wikipedia">
            <a:extLst>
              <a:ext uri="{FF2B5EF4-FFF2-40B4-BE49-F238E27FC236}">
                <a16:creationId xmlns:a16="http://schemas.microsoft.com/office/drawing/2014/main" id="{0329A50A-9CA8-3DD7-C78F-7294ED29D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5707" y="19476359"/>
            <a:ext cx="1350923" cy="1482638"/>
          </a:xfrm>
          <a:prstGeom prst="rect">
            <a:avLst/>
          </a:prstGeom>
          <a:noFill/>
          <a:extLst>
            <a:ext uri="{909E8E84-426E-40DD-AFC4-6F175D3DCCD1}">
              <a14:hiddenFill xmlns:a14="http://schemas.microsoft.com/office/drawing/2010/main">
                <a:solidFill>
                  <a:srgbClr val="FFFFFF"/>
                </a:solidFill>
              </a14:hiddenFill>
            </a:ext>
          </a:extLst>
        </p:spPr>
      </p:pic>
      <p:pic>
        <p:nvPicPr>
          <p:cNvPr id="50" name="Graphic 49" descr="Database outline">
            <a:extLst>
              <a:ext uri="{FF2B5EF4-FFF2-40B4-BE49-F238E27FC236}">
                <a16:creationId xmlns:a16="http://schemas.microsoft.com/office/drawing/2014/main" id="{49F90570-1C73-831B-D6C1-8DBB7A4A0A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7153" y="7472036"/>
            <a:ext cx="1762486" cy="1762486"/>
          </a:xfrm>
          <a:prstGeom prst="rect">
            <a:avLst/>
          </a:prstGeom>
        </p:spPr>
      </p:pic>
      <p:pic>
        <p:nvPicPr>
          <p:cNvPr id="1034" name="Picture 10" descr="FastAPI">
            <a:extLst>
              <a:ext uri="{FF2B5EF4-FFF2-40B4-BE49-F238E27FC236}">
                <a16:creationId xmlns:a16="http://schemas.microsoft.com/office/drawing/2014/main" id="{023F83D2-3512-7CB1-EE8A-5F1A6BF9B5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0660" y="19267765"/>
            <a:ext cx="2522058" cy="90882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ython Tutorial: Streamlit | DataCamp">
            <a:extLst>
              <a:ext uri="{FF2B5EF4-FFF2-40B4-BE49-F238E27FC236}">
                <a16:creationId xmlns:a16="http://schemas.microsoft.com/office/drawing/2014/main" id="{9AE6C01E-3F27-3F93-E0F4-07B237D7C6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6630" y="20022550"/>
            <a:ext cx="2522058" cy="1476142"/>
          </a:xfrm>
          <a:prstGeom prst="rect">
            <a:avLst/>
          </a:prstGeom>
          <a:noFill/>
          <a:extLst>
            <a:ext uri="{909E8E84-426E-40DD-AFC4-6F175D3DCCD1}">
              <a14:hiddenFill xmlns:a14="http://schemas.microsoft.com/office/drawing/2010/main">
                <a:solidFill>
                  <a:srgbClr val="FFFFFF"/>
                </a:solidFill>
              </a14:hiddenFill>
            </a:ext>
          </a:extLst>
        </p:spPr>
      </p:pic>
      <p:sp>
        <p:nvSpPr>
          <p:cNvPr id="51" name="Text Placeholder 13">
            <a:extLst>
              <a:ext uri="{FF2B5EF4-FFF2-40B4-BE49-F238E27FC236}">
                <a16:creationId xmlns:a16="http://schemas.microsoft.com/office/drawing/2014/main" id="{3BDA0074-97F2-C1BB-DFD8-66D37673DE24}"/>
              </a:ext>
            </a:extLst>
          </p:cNvPr>
          <p:cNvSpPr txBox="1">
            <a:spLocks/>
          </p:cNvSpPr>
          <p:nvPr/>
        </p:nvSpPr>
        <p:spPr>
          <a:xfrm>
            <a:off x="11458786" y="9205819"/>
            <a:ext cx="1279219" cy="929997"/>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RAD: OSP analytics database</a:t>
            </a:r>
          </a:p>
        </p:txBody>
      </p:sp>
      <p:pic>
        <p:nvPicPr>
          <p:cNvPr id="53" name="Graphic 52" descr="Clipboard Partially Checked with solid fill">
            <a:extLst>
              <a:ext uri="{FF2B5EF4-FFF2-40B4-BE49-F238E27FC236}">
                <a16:creationId xmlns:a16="http://schemas.microsoft.com/office/drawing/2014/main" id="{36AAFC57-8618-8399-38BD-99E06ECB816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658976" y="7532179"/>
            <a:ext cx="1642199" cy="1642199"/>
          </a:xfrm>
          <a:prstGeom prst="rect">
            <a:avLst/>
          </a:prstGeom>
        </p:spPr>
      </p:pic>
      <p:sp>
        <p:nvSpPr>
          <p:cNvPr id="56" name="Text Placeholder 13">
            <a:extLst>
              <a:ext uri="{FF2B5EF4-FFF2-40B4-BE49-F238E27FC236}">
                <a16:creationId xmlns:a16="http://schemas.microsoft.com/office/drawing/2014/main" id="{D4C474BA-6912-F8AD-9D44-6689595806E8}"/>
              </a:ext>
            </a:extLst>
          </p:cNvPr>
          <p:cNvSpPr txBox="1">
            <a:spLocks/>
          </p:cNvSpPr>
          <p:nvPr/>
        </p:nvSpPr>
        <p:spPr>
          <a:xfrm>
            <a:off x="13445178" y="9235438"/>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Web-based form completed by requesters</a:t>
            </a:r>
          </a:p>
        </p:txBody>
      </p:sp>
      <p:pic>
        <p:nvPicPr>
          <p:cNvPr id="58" name="Graphic 57" descr="Abacus with solid fill">
            <a:extLst>
              <a:ext uri="{FF2B5EF4-FFF2-40B4-BE49-F238E27FC236}">
                <a16:creationId xmlns:a16="http://schemas.microsoft.com/office/drawing/2014/main" id="{70EEA979-B287-0FB3-6FBF-751F8FF8D63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458554" y="11003912"/>
            <a:ext cx="1762487" cy="1762487"/>
          </a:xfrm>
          <a:prstGeom prst="rect">
            <a:avLst/>
          </a:prstGeom>
        </p:spPr>
      </p:pic>
      <p:sp>
        <p:nvSpPr>
          <p:cNvPr id="59" name="Text Placeholder 13">
            <a:extLst>
              <a:ext uri="{FF2B5EF4-FFF2-40B4-BE49-F238E27FC236}">
                <a16:creationId xmlns:a16="http://schemas.microsoft.com/office/drawing/2014/main" id="{24D554A2-3329-1297-7E68-DB8057D23D20}"/>
              </a:ext>
            </a:extLst>
          </p:cNvPr>
          <p:cNvSpPr txBox="1">
            <a:spLocks/>
          </p:cNvSpPr>
          <p:nvPr/>
        </p:nvSpPr>
        <p:spPr>
          <a:xfrm>
            <a:off x="12241340" y="12479443"/>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endParaRPr lang="en-US" sz="1800" dirty="0"/>
          </a:p>
        </p:txBody>
      </p:sp>
      <p:sp>
        <p:nvSpPr>
          <p:cNvPr id="61" name="Text Placeholder 13">
            <a:extLst>
              <a:ext uri="{FF2B5EF4-FFF2-40B4-BE49-F238E27FC236}">
                <a16:creationId xmlns:a16="http://schemas.microsoft.com/office/drawing/2014/main" id="{FD0D70B6-9AB7-ACB6-0EA2-BE1C30659CF6}"/>
              </a:ext>
            </a:extLst>
          </p:cNvPr>
          <p:cNvSpPr txBox="1">
            <a:spLocks/>
          </p:cNvSpPr>
          <p:nvPr/>
        </p:nvSpPr>
        <p:spPr>
          <a:xfrm>
            <a:off x="12304900" y="12622921"/>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Business logic layer</a:t>
            </a:r>
          </a:p>
        </p:txBody>
      </p:sp>
      <p:pic>
        <p:nvPicPr>
          <p:cNvPr id="63" name="Graphic 62" descr="Monitor with solid fill">
            <a:extLst>
              <a:ext uri="{FF2B5EF4-FFF2-40B4-BE49-F238E27FC236}">
                <a16:creationId xmlns:a16="http://schemas.microsoft.com/office/drawing/2014/main" id="{4C26F1A0-8A99-855E-3D72-FCBC4B52AB0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458554" y="14140018"/>
            <a:ext cx="1762487" cy="1762487"/>
          </a:xfrm>
          <a:prstGeom prst="rect">
            <a:avLst/>
          </a:prstGeom>
        </p:spPr>
      </p:pic>
      <p:sp>
        <p:nvSpPr>
          <p:cNvPr id="1024" name="Text Placeholder 13">
            <a:extLst>
              <a:ext uri="{FF2B5EF4-FFF2-40B4-BE49-F238E27FC236}">
                <a16:creationId xmlns:a16="http://schemas.microsoft.com/office/drawing/2014/main" id="{D3A7EF72-0328-283E-9759-47410750B3EA}"/>
              </a:ext>
            </a:extLst>
          </p:cNvPr>
          <p:cNvSpPr txBox="1">
            <a:spLocks/>
          </p:cNvSpPr>
          <p:nvPr/>
        </p:nvSpPr>
        <p:spPr>
          <a:xfrm>
            <a:off x="12310369" y="15898087"/>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Browser-based interface</a:t>
            </a:r>
          </a:p>
        </p:txBody>
      </p:sp>
      <p:sp>
        <p:nvSpPr>
          <p:cNvPr id="1045" name="TextBox 1044">
            <a:extLst>
              <a:ext uri="{FF2B5EF4-FFF2-40B4-BE49-F238E27FC236}">
                <a16:creationId xmlns:a16="http://schemas.microsoft.com/office/drawing/2014/main" id="{BF663664-7C0B-E6EE-178C-2C70A55FD385}"/>
              </a:ext>
            </a:extLst>
          </p:cNvPr>
          <p:cNvSpPr txBox="1"/>
          <p:nvPr/>
        </p:nvSpPr>
        <p:spPr>
          <a:xfrm>
            <a:off x="1053686" y="5601607"/>
            <a:ext cx="6262948" cy="13295948"/>
          </a:xfrm>
          <a:prstGeom prst="rect">
            <a:avLst/>
          </a:prstGeom>
          <a:noFill/>
        </p:spPr>
        <p:txBody>
          <a:bodyPr wrap="square">
            <a:spAutoFit/>
          </a:bodyPr>
          <a:lstStyle/>
          <a:p>
            <a:pPr algn="l"/>
            <a:r>
              <a:rPr lang="en-US" sz="2600" b="1" i="0" u="none" strike="noStrike" dirty="0">
                <a:solidFill>
                  <a:srgbClr val="1F2328"/>
                </a:solidFill>
                <a:effectLst/>
                <a:latin typeface="-apple-system"/>
              </a:rPr>
              <a:t>Context</a:t>
            </a:r>
          </a:p>
          <a:p>
            <a:pPr algn="l"/>
            <a:r>
              <a:rPr lang="en-US" sz="2600" b="0" i="0" u="none" strike="noStrike" dirty="0">
                <a:solidFill>
                  <a:srgbClr val="1F2328"/>
                </a:solidFill>
                <a:effectLst/>
                <a:latin typeface="-apple-system"/>
              </a:rPr>
              <a:t>The University of Washington's Office of Sponsored Programs (OSP) works with UW primary investigators (PIs) to manage grants, contracts, and other sources of funding for their research activities. Part of OSP's work is to process </a:t>
            </a:r>
            <a:r>
              <a:rPr lang="en-US" sz="2600" b="1" i="0" u="none" strike="noStrike" dirty="0">
                <a:solidFill>
                  <a:srgbClr val="1F2328"/>
                </a:solidFill>
                <a:effectLst/>
                <a:latin typeface="-apple-system"/>
              </a:rPr>
              <a:t>no cost extensions (NCEs)</a:t>
            </a:r>
            <a:r>
              <a:rPr lang="en-US" sz="2600" b="0" i="0" u="none" strike="noStrike" dirty="0">
                <a:solidFill>
                  <a:srgbClr val="1F2328"/>
                </a:solidFill>
                <a:effectLst/>
                <a:latin typeface="-apple-system"/>
              </a:rPr>
              <a:t> – requests by PIs to extend the length of a grant/contract without modifying funding commitments. NCEs may or may not be subject to approval by the sponsor of a grant. Program Coordinators (PCs) within OSP are responsible for reviewing PI requests for no cost extension and filling out an extension review matrix (ERM), which helps OSP decide whether sponsor approval is required.</a:t>
            </a:r>
          </a:p>
          <a:p>
            <a:pPr algn="l"/>
            <a:r>
              <a:rPr lang="en-US" sz="2600" b="1" i="0" u="none" strike="noStrike" dirty="0">
                <a:solidFill>
                  <a:srgbClr val="1F2328"/>
                </a:solidFill>
                <a:effectLst/>
                <a:latin typeface="-apple-system"/>
              </a:rPr>
              <a:t>Goals</a:t>
            </a:r>
          </a:p>
          <a:p>
            <a:pPr algn="l"/>
            <a:r>
              <a:rPr lang="en-US" sz="2600" b="0" i="0" u="none" strike="noStrike" dirty="0">
                <a:solidFill>
                  <a:srgbClr val="1F2328"/>
                </a:solidFill>
                <a:effectLst/>
                <a:latin typeface="-apple-system"/>
              </a:rPr>
              <a:t>The goal of this project is to </a:t>
            </a:r>
            <a:r>
              <a:rPr lang="en-US" sz="2600" b="1" i="0" u="none" strike="noStrike" dirty="0">
                <a:solidFill>
                  <a:srgbClr val="1F2328"/>
                </a:solidFill>
                <a:effectLst/>
                <a:latin typeface="-apple-system"/>
              </a:rPr>
              <a:t>establish proof of concept for process automations aimed at streamlining Program Coordinators' NCE review process.</a:t>
            </a:r>
            <a:r>
              <a:rPr lang="en-US" sz="2600" b="0" i="0" u="none" strike="noStrike" dirty="0">
                <a:solidFill>
                  <a:srgbClr val="1F2328"/>
                </a:solidFill>
                <a:effectLst/>
                <a:latin typeface="-apple-system"/>
              </a:rPr>
              <a:t> When this project began, PCs worked from a blank copy of the Extension Review Matrix form during each review. While some items on the form require careful assessment and consideration by PCs, others are straightforward and objective attributes of the grant which is under review. Prior to this project, PCs had to look up the answer to each review item on the ERM individually. After the automations are completed, PCs will start their workflow with a </a:t>
            </a:r>
            <a:r>
              <a:rPr lang="en-US" sz="2600" b="1" i="0" u="none" strike="noStrike" dirty="0">
                <a:solidFill>
                  <a:srgbClr val="1F2328"/>
                </a:solidFill>
                <a:effectLst/>
                <a:latin typeface="-apple-system"/>
              </a:rPr>
              <a:t>partially pre-filled version of the extension review matrix.</a:t>
            </a:r>
            <a:endParaRPr lang="en-US" sz="2600" b="0" i="0" u="none" strike="noStrike" dirty="0">
              <a:solidFill>
                <a:srgbClr val="1F2328"/>
              </a:solidFill>
              <a:effectLst/>
              <a:latin typeface="-apple-system"/>
            </a:endParaRPr>
          </a:p>
        </p:txBody>
      </p:sp>
      <p:pic>
        <p:nvPicPr>
          <p:cNvPr id="1046" name="Graphic 1045" descr="Monitor with solid fill">
            <a:extLst>
              <a:ext uri="{FF2B5EF4-FFF2-40B4-BE49-F238E27FC236}">
                <a16:creationId xmlns:a16="http://schemas.microsoft.com/office/drawing/2014/main" id="{5558A267-8A60-282A-6691-BB5F72D44CE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333193" y="14204077"/>
            <a:ext cx="1762487" cy="1762487"/>
          </a:xfrm>
          <a:prstGeom prst="rect">
            <a:avLst/>
          </a:prstGeom>
        </p:spPr>
      </p:pic>
      <p:sp>
        <p:nvSpPr>
          <p:cNvPr id="1047" name="Text Placeholder 13">
            <a:extLst>
              <a:ext uri="{FF2B5EF4-FFF2-40B4-BE49-F238E27FC236}">
                <a16:creationId xmlns:a16="http://schemas.microsoft.com/office/drawing/2014/main" id="{4F11FE94-332A-96E7-FAB2-5B353A068CFB}"/>
              </a:ext>
            </a:extLst>
          </p:cNvPr>
          <p:cNvSpPr txBox="1">
            <a:spLocks/>
          </p:cNvSpPr>
          <p:nvPr/>
        </p:nvSpPr>
        <p:spPr>
          <a:xfrm>
            <a:off x="17185008" y="15962146"/>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Browser-based interface</a:t>
            </a:r>
          </a:p>
        </p:txBody>
      </p:sp>
      <p:pic>
        <p:nvPicPr>
          <p:cNvPr id="1049" name="Graphic 1048" descr="Unlock with solid fill">
            <a:extLst>
              <a:ext uri="{FF2B5EF4-FFF2-40B4-BE49-F238E27FC236}">
                <a16:creationId xmlns:a16="http://schemas.microsoft.com/office/drawing/2014/main" id="{583E84A1-BF85-CA22-1932-B31A9FD8DA7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444884" y="17233435"/>
            <a:ext cx="1709889" cy="1709889"/>
          </a:xfrm>
          <a:prstGeom prst="rect">
            <a:avLst/>
          </a:prstGeom>
        </p:spPr>
      </p:pic>
      <p:pic>
        <p:nvPicPr>
          <p:cNvPr id="1051" name="Graphic 1050" descr="Server with solid fill">
            <a:extLst>
              <a:ext uri="{FF2B5EF4-FFF2-40B4-BE49-F238E27FC236}">
                <a16:creationId xmlns:a16="http://schemas.microsoft.com/office/drawing/2014/main" id="{FA21B63F-3946-9AAB-48F6-F100E4E92C2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192418" y="11107216"/>
            <a:ext cx="1960532" cy="1960532"/>
          </a:xfrm>
          <a:prstGeom prst="rect">
            <a:avLst/>
          </a:prstGeom>
        </p:spPr>
      </p:pic>
      <p:sp>
        <p:nvSpPr>
          <p:cNvPr id="1052" name="Text Placeholder 13">
            <a:extLst>
              <a:ext uri="{FF2B5EF4-FFF2-40B4-BE49-F238E27FC236}">
                <a16:creationId xmlns:a16="http://schemas.microsoft.com/office/drawing/2014/main" id="{198B518B-AE3E-6BDD-1EEF-434A65655200}"/>
              </a:ext>
            </a:extLst>
          </p:cNvPr>
          <p:cNvSpPr txBox="1">
            <a:spLocks/>
          </p:cNvSpPr>
          <p:nvPr/>
        </p:nvSpPr>
        <p:spPr>
          <a:xfrm>
            <a:off x="17340202" y="11882946"/>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endParaRPr lang="en-US" sz="1800" dirty="0"/>
          </a:p>
        </p:txBody>
      </p:sp>
      <p:sp>
        <p:nvSpPr>
          <p:cNvPr id="1054" name="Text Placeholder 13">
            <a:extLst>
              <a:ext uri="{FF2B5EF4-FFF2-40B4-BE49-F238E27FC236}">
                <a16:creationId xmlns:a16="http://schemas.microsoft.com/office/drawing/2014/main" id="{3CED877E-4A42-6727-EA5A-A0568F50DC27}"/>
              </a:ext>
            </a:extLst>
          </p:cNvPr>
          <p:cNvSpPr txBox="1">
            <a:spLocks/>
          </p:cNvSpPr>
          <p:nvPr/>
        </p:nvSpPr>
        <p:spPr>
          <a:xfrm>
            <a:off x="17294270" y="11795009"/>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RAG </a:t>
            </a:r>
            <a:br>
              <a:rPr lang="en-US" sz="1800" dirty="0"/>
            </a:br>
            <a:r>
              <a:rPr lang="en-US" sz="1800" dirty="0"/>
              <a:t>Service</a:t>
            </a:r>
          </a:p>
        </p:txBody>
      </p:sp>
      <p:pic>
        <p:nvPicPr>
          <p:cNvPr id="1056" name="Graphic 1055" descr="Document with solid fill">
            <a:extLst>
              <a:ext uri="{FF2B5EF4-FFF2-40B4-BE49-F238E27FC236}">
                <a16:creationId xmlns:a16="http://schemas.microsoft.com/office/drawing/2014/main" id="{E9B14032-912B-AD4F-147E-050EACBACBF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7403738" y="7647262"/>
            <a:ext cx="1642199" cy="1642199"/>
          </a:xfrm>
          <a:prstGeom prst="rect">
            <a:avLst/>
          </a:prstGeom>
        </p:spPr>
      </p:pic>
      <p:sp>
        <p:nvSpPr>
          <p:cNvPr id="1061" name="Rounded Rectangle 1060">
            <a:extLst>
              <a:ext uri="{FF2B5EF4-FFF2-40B4-BE49-F238E27FC236}">
                <a16:creationId xmlns:a16="http://schemas.microsoft.com/office/drawing/2014/main" id="{A9953516-2D04-CD43-E8EB-6F316EB10073}"/>
              </a:ext>
            </a:extLst>
          </p:cNvPr>
          <p:cNvSpPr/>
          <p:nvPr/>
        </p:nvSpPr>
        <p:spPr>
          <a:xfrm>
            <a:off x="16233117" y="6505279"/>
            <a:ext cx="4188484" cy="1057180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ounded Rectangle 1061">
            <a:extLst>
              <a:ext uri="{FF2B5EF4-FFF2-40B4-BE49-F238E27FC236}">
                <a16:creationId xmlns:a16="http://schemas.microsoft.com/office/drawing/2014/main" id="{DA4280EC-FDCA-8258-A546-2F8CC2446835}"/>
              </a:ext>
            </a:extLst>
          </p:cNvPr>
          <p:cNvSpPr/>
          <p:nvPr/>
        </p:nvSpPr>
        <p:spPr>
          <a:xfrm>
            <a:off x="10826558" y="6518366"/>
            <a:ext cx="5288013" cy="1055872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Text Placeholder 13">
            <a:extLst>
              <a:ext uri="{FF2B5EF4-FFF2-40B4-BE49-F238E27FC236}">
                <a16:creationId xmlns:a16="http://schemas.microsoft.com/office/drawing/2014/main" id="{A419F864-A9B5-9212-D342-4B36766D3AFF}"/>
              </a:ext>
            </a:extLst>
          </p:cNvPr>
          <p:cNvSpPr txBox="1">
            <a:spLocks/>
          </p:cNvSpPr>
          <p:nvPr/>
        </p:nvSpPr>
        <p:spPr>
          <a:xfrm>
            <a:off x="17185008" y="9326888"/>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Document store</a:t>
            </a:r>
          </a:p>
        </p:txBody>
      </p:sp>
      <p:sp>
        <p:nvSpPr>
          <p:cNvPr id="1064" name="Text Placeholder 13">
            <a:extLst>
              <a:ext uri="{FF2B5EF4-FFF2-40B4-BE49-F238E27FC236}">
                <a16:creationId xmlns:a16="http://schemas.microsoft.com/office/drawing/2014/main" id="{52A7E49C-B4C2-263B-EE2A-B207846A974C}"/>
              </a:ext>
            </a:extLst>
          </p:cNvPr>
          <p:cNvSpPr txBox="1">
            <a:spLocks/>
          </p:cNvSpPr>
          <p:nvPr/>
        </p:nvSpPr>
        <p:spPr>
          <a:xfrm>
            <a:off x="17136826" y="13034535"/>
            <a:ext cx="2069794"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RAG service</a:t>
            </a:r>
          </a:p>
        </p:txBody>
      </p:sp>
      <p:sp>
        <p:nvSpPr>
          <p:cNvPr id="1065" name="Text Placeholder 13">
            <a:extLst>
              <a:ext uri="{FF2B5EF4-FFF2-40B4-BE49-F238E27FC236}">
                <a16:creationId xmlns:a16="http://schemas.microsoft.com/office/drawing/2014/main" id="{B8A810A3-FBED-96E0-6C24-B87CFD3E0556}"/>
              </a:ext>
            </a:extLst>
          </p:cNvPr>
          <p:cNvSpPr txBox="1">
            <a:spLocks/>
          </p:cNvSpPr>
          <p:nvPr/>
        </p:nvSpPr>
        <p:spPr>
          <a:xfrm>
            <a:off x="14311134" y="19241902"/>
            <a:ext cx="3606629" cy="901294"/>
          </a:xfrm>
          <a:prstGeom prst="rect">
            <a:avLst/>
          </a:prstGeom>
        </p:spPr>
        <p:txBody>
          <a:bodyPr vert="horz" lIns="91440" tIns="45720" rIns="91440" bIns="45720" rtlCol="0">
            <a:noAutofit/>
          </a:bodyPr>
          <a:lstStyle>
            <a:lvl1pPr marL="0" indent="0" algn="l" defTabSz="2194889" rtl="0" eaLnBrk="1" latinLnBrk="0" hangingPunct="1">
              <a:lnSpc>
                <a:spcPct val="90000"/>
              </a:lnSpc>
              <a:spcBef>
                <a:spcPts val="2400"/>
              </a:spcBef>
              <a:buFont typeface="Arial" panose="020B0604020202020204" pitchFamily="34" charset="0"/>
              <a:buNone/>
              <a:defRPr sz="3000" kern="1200">
                <a:solidFill>
                  <a:schemeClr val="tx1"/>
                </a:solidFill>
                <a:latin typeface="+mn-lt"/>
                <a:ea typeface="+mn-ea"/>
                <a:cs typeface="+mn-cs"/>
              </a:defRPr>
            </a:lvl1pPr>
            <a:lvl2pPr marL="1646168"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2pPr>
            <a:lvl3pPr marL="2743613"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3pPr>
            <a:lvl4pPr marL="3841056"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4pPr>
            <a:lvl5pPr marL="4938501" indent="-548721" algn="l" defTabSz="2194889" rtl="0" eaLnBrk="1" latinLnBrk="0" hangingPunct="1">
              <a:lnSpc>
                <a:spcPct val="90000"/>
              </a:lnSpc>
              <a:spcBef>
                <a:spcPts val="1200"/>
              </a:spcBef>
              <a:buFont typeface="Arial" panose="020B0604020202020204" pitchFamily="34" charset="0"/>
              <a:buChar char="•"/>
              <a:defRPr sz="3300" kern="1200">
                <a:solidFill>
                  <a:schemeClr val="tx2"/>
                </a:solidFill>
                <a:latin typeface="Uni Sans Regular" panose="00000500000000000000" pitchFamily="50" charset="0"/>
                <a:ea typeface="+mn-ea"/>
                <a:cs typeface="+mn-cs"/>
              </a:defRPr>
            </a:lvl5pPr>
            <a:lvl6pPr marL="6035947"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3391"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30834"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8280" indent="-548721" algn="l" defTabSz="2194889"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a:lstStyle>
          <a:p>
            <a:pPr algn="ctr"/>
            <a:r>
              <a:rPr lang="en-US" sz="1800" dirty="0"/>
              <a:t>Unified authentication and  landing page</a:t>
            </a:r>
          </a:p>
        </p:txBody>
      </p:sp>
      <p:pic>
        <p:nvPicPr>
          <p:cNvPr id="1067" name="Graphic 1066" descr="Home with solid fill">
            <a:extLst>
              <a:ext uri="{FF2B5EF4-FFF2-40B4-BE49-F238E27FC236}">
                <a16:creationId xmlns:a16="http://schemas.microsoft.com/office/drawing/2014/main" id="{E7A8D28C-911B-1E61-0C7D-4F9CF3F798E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6207875" y="17204399"/>
            <a:ext cx="1709888" cy="1709888"/>
          </a:xfrm>
          <a:prstGeom prst="rect">
            <a:avLst/>
          </a:prstGeom>
        </p:spPr>
      </p:pic>
    </p:spTree>
    <p:extLst>
      <p:ext uri="{BB962C8B-B14F-4D97-AF65-F5344CB8AC3E}">
        <p14:creationId xmlns:p14="http://schemas.microsoft.com/office/powerpoint/2010/main" val="1840357387"/>
      </p:ext>
    </p:extLst>
  </p:cSld>
  <p:clrMapOvr>
    <a:masterClrMapping/>
  </p:clrMapOvr>
</p:sld>
</file>

<file path=ppt/theme/theme1.xml><?xml version="1.0" encoding="utf-8"?>
<a:theme xmlns:a="http://schemas.openxmlformats.org/drawingml/2006/main" name="Office Theme">
  <a:themeElement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Custom 8">
      <a:majorFont>
        <a:latin typeface="Encode Sans Normal Black"/>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14067</TotalTime>
  <Words>287</Words>
  <Application>Microsoft Macintosh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-apple-system</vt:lpstr>
      <vt:lpstr>Calibri</vt:lpstr>
      <vt:lpstr>Encode Sans Normal Black</vt:lpstr>
      <vt:lpstr>Uni Sans Regular</vt:lpstr>
      <vt:lpstr>Open Sans</vt:lpstr>
      <vt:lpstr>Arial</vt:lpstr>
      <vt:lpstr>Uni Sans Book</vt:lpstr>
      <vt:lpstr>Office Theme</vt:lpstr>
      <vt:lpstr>UW GRACE: Grant Automation for Compliance Efficiency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Sydney Brown</dc:creator>
  <cp:lastModifiedBy>Daniel Vogler</cp:lastModifiedBy>
  <cp:revision>32</cp:revision>
  <dcterms:created xsi:type="dcterms:W3CDTF">2018-02-07T04:27:03Z</dcterms:created>
  <dcterms:modified xsi:type="dcterms:W3CDTF">2025-03-09T22:30:44Z</dcterms:modified>
</cp:coreProperties>
</file>